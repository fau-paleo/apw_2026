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1617" r:id="rId2"/>
    <p:sldId id="1589" r:id="rId3"/>
    <p:sldId id="1592" r:id="rId4"/>
    <p:sldId id="1618" r:id="rId5"/>
    <p:sldId id="1619" r:id="rId6"/>
    <p:sldId id="1278" r:id="rId7"/>
    <p:sldId id="1307" r:id="rId8"/>
    <p:sldId id="1534" r:id="rId9"/>
    <p:sldId id="1598" r:id="rId10"/>
    <p:sldId id="1599" r:id="rId11"/>
    <p:sldId id="1114" r:id="rId12"/>
    <p:sldId id="1607" r:id="rId13"/>
    <p:sldId id="1295" r:id="rId14"/>
    <p:sldId id="1296" r:id="rId15"/>
    <p:sldId id="1297" r:id="rId16"/>
    <p:sldId id="1299" r:id="rId17"/>
    <p:sldId id="1300" r:id="rId18"/>
    <p:sldId id="1306" r:id="rId19"/>
    <p:sldId id="1336" r:id="rId20"/>
    <p:sldId id="1608" r:id="rId21"/>
    <p:sldId id="1609" r:id="rId2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30A397-156A-C9FD-4F95-B09AE894C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55BE7C2B-5A3E-2042-B4A4-3D855301E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1FA9F58-5568-7AEA-DC1A-3459F309F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2F59ADF-C84C-AD68-6411-CD6E68A6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2B6F3ED-B1F4-E5DB-2F04-2370262B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047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95094B3-051F-8E9F-9F21-7D54D21C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F0BD811-9B14-32E6-45BD-51F3AC842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205CA78-A48D-D241-809F-A68D9713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902B9A8-9F6C-5E6D-51A9-A3BE1FD6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9761724-DD6F-A6DF-B101-BF34FE59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73558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0244A04-8E7C-AF41-944A-9BE5AE57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EFF6B6E7-E4D9-3526-3226-39887A541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A8924E4-A36A-5350-EFC8-D0065457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CC6A530-5FDC-ECD7-0798-599DC558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93549D3-8B7C-83DE-261E-74A4FD05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4719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57AF8D-4601-8A18-2632-61669FD3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65C4CBE-BD86-FFD5-A30F-68DA95E76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8A92A0D-C20B-D7DA-BEBC-D8537E1D4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87F0553-A783-3BF6-1E15-66FA3C79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C1083C4-A225-F910-D2F2-F8927726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0974E65-B362-0E33-AB86-748DFE11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426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CACEFEF-69D0-8BED-E596-C46F3D65A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FD6C757-BF02-ED24-81AF-06970D959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6543647-E6D9-A6DD-32C5-E24B85F1B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0DE3DF4-F42B-C019-0056-314A7989E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990A2C23-3F78-CFD7-5C72-DBB92197C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40900594-9B5D-D0C4-5129-822B73F1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3567F3B-7E01-7FFE-7B7B-65015645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D1AEF496-E1DC-A25C-197E-8CF9E700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895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B321F3-1513-3B48-16EB-9FFD23D2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6DF91D03-D053-2F81-C778-91893D8F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837A7E8-65C7-F34F-ACDB-812F3971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37A9BDA-5C35-4F55-0D9E-9CF4B9D6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31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B2F2F4B6-B3B1-07C1-9A5D-7C99A553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01BC9CCD-E4E1-B5EB-6436-16C96CA89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9B0F10E-4C44-8EE5-8D32-74A8EDD9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648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68F2D39-0CBE-EFDD-CF8A-0A47ECAC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8576B7C-AA44-53B7-4D7D-9F2D8F0DF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570A87C-144D-A529-E314-A64647D6A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226EAE-F90C-694B-8884-E5B8E685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0A85F6C-6BD4-5E55-228D-CBCE5272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818AEBC-6596-8DC1-C90B-921E4AA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9917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59CFF2-E165-958B-69A1-128A27C9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4475EE81-9824-7D79-A91A-823268569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210CECF-626E-1930-8435-02542ECA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6253958-F760-D82E-B76A-D412A32D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2B5C222-40AE-383C-B387-610E1CDB8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6EEE95D5-249B-B059-8DC4-41D802C10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3028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E7014CA-0A3C-5DA1-D4E0-098CB085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E2A95379-4CB3-DB5C-5271-5D47C1A2F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84ACDF8-E315-813E-6BDF-1F55E837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51A6C62-EBB7-CDA7-9156-E08593C9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11E56B9-0D32-B88E-C367-DA3647E9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5734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9E3AC5A2-AE0A-A850-5FE4-F9AE325EF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41DF5386-1364-0C50-1E19-63209CF50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B412BB4-4D4B-73D4-FF0A-E9B483A0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4B0FA56-93CA-860D-E8C9-61D587C3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F5CB8C1-6233-FB88-113E-FC190FC3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0011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C4205236-5F99-2109-42F7-884C23B6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BE7F178-4240-DD3E-4C8D-3E82DDFD9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51F0F83-1F1D-E241-CBE9-ACC8FEA32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65B70-2FBD-8C4F-B891-57242EDDCA9C}" type="datetimeFigureOut">
              <a:rPr lang="nb-NO" smtClean="0"/>
              <a:t>25.08.2026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14500E8-7ECA-CDF1-8A5F-EEE0D8C03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2D96F03-BF94-3985-5B28-109A5BBE9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66437-FECA-2D46-A07B-E20F1F7FA7C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23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gif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0256C-476D-76EE-6D83-FD22DDA4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1">
            <a:extLst>
              <a:ext uri="{FF2B5EF4-FFF2-40B4-BE49-F238E27FC236}">
                <a16:creationId xmlns:a16="http://schemas.microsoft.com/office/drawing/2014/main" id="{2DF52D72-619E-E17C-AA4D-8A59054EDF95}"/>
              </a:ext>
            </a:extLst>
          </p:cNvPr>
          <p:cNvSpPr txBox="1">
            <a:spLocks/>
          </p:cNvSpPr>
          <p:nvPr/>
        </p:nvSpPr>
        <p:spPr>
          <a:xfrm>
            <a:off x="411126" y="1041400"/>
            <a:ext cx="11563109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nb-NO" sz="8000" dirty="0" err="1">
                <a:latin typeface="Palatino" pitchFamily="2" charset="77"/>
                <a:ea typeface="Palatino" pitchFamily="2" charset="77"/>
              </a:rPr>
              <a:t>Univariate</a:t>
            </a:r>
            <a:r>
              <a:rPr lang="nb-NO" sz="80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8000" dirty="0" err="1">
                <a:latin typeface="Palatino" pitchFamily="2" charset="77"/>
                <a:ea typeface="Palatino" pitchFamily="2" charset="77"/>
              </a:rPr>
              <a:t>models</a:t>
            </a:r>
            <a:endParaRPr lang="nb-NO" sz="80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0695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DD1EF5F5-A885-772D-0687-164BD6F81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675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nb-NO" sz="3500" dirty="0">
                <a:latin typeface="Palatino" pitchFamily="2" charset="77"/>
                <a:ea typeface="Palatino" pitchFamily="2" charset="77"/>
              </a:rPr>
              <a:t>Models of modes of evolution (Hunt 2006)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3">
            <a:extLst>
              <a:ext uri="{FF2B5EF4-FFF2-40B4-BE49-F238E27FC236}">
                <a16:creationId xmlns:a16="http://schemas.microsoft.com/office/drawing/2014/main" id="{8362A22B-D1C5-AC6B-8021-373151BE1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3413"/>
            <a:ext cx="914400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2" name="Picture 7">
            <a:extLst>
              <a:ext uri="{FF2B5EF4-FFF2-40B4-BE49-F238E27FC236}">
                <a16:creationId xmlns:a16="http://schemas.microsoft.com/office/drawing/2014/main" id="{35FBB2C5-8ABA-04AA-8C22-6A5EA6F18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5791201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3276C0-0A0A-0B0F-425C-F473D478CA2D}"/>
              </a:ext>
            </a:extLst>
          </p:cNvPr>
          <p:cNvSpPr/>
          <p:nvPr/>
        </p:nvSpPr>
        <p:spPr>
          <a:xfrm>
            <a:off x="2916239" y="2043113"/>
            <a:ext cx="7267575" cy="3175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02173-909D-B927-B637-A1FAB19B1B1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29000" y="2546351"/>
            <a:ext cx="12700" cy="30003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606" name="Picture 12">
            <a:extLst>
              <a:ext uri="{FF2B5EF4-FFF2-40B4-BE49-F238E27FC236}">
                <a16:creationId xmlns:a16="http://schemas.microsoft.com/office/drawing/2014/main" id="{C8018C99-EFBA-F81E-604D-777894D78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689" y="5924550"/>
            <a:ext cx="236537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TextBox 16">
            <a:extLst>
              <a:ext uri="{FF2B5EF4-FFF2-40B4-BE49-F238E27FC236}">
                <a16:creationId xmlns:a16="http://schemas.microsoft.com/office/drawing/2014/main" id="{1A83A851-8178-4067-8B4A-DDD1A9B29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449" y="6465888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25609" name="TextBox 17">
            <a:extLst>
              <a:ext uri="{FF2B5EF4-FFF2-40B4-BE49-F238E27FC236}">
                <a16:creationId xmlns:a16="http://schemas.microsoft.com/office/drawing/2014/main" id="{67D046E7-9CBB-F907-A700-BFA4E9B34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590" y="6451600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25610" name="TextBox 20">
            <a:extLst>
              <a:ext uri="{FF2B5EF4-FFF2-40B4-BE49-F238E27FC236}">
                <a16:creationId xmlns:a16="http://schemas.microsoft.com/office/drawing/2014/main" id="{86FF0E78-09C5-47DC-85D4-4B2A4B34B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56" y="6465888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894DE-8F3F-D31B-8FE3-CFF3F2841C63}"/>
              </a:ext>
            </a:extLst>
          </p:cNvPr>
          <p:cNvSpPr/>
          <p:nvPr/>
        </p:nvSpPr>
        <p:spPr>
          <a:xfrm>
            <a:off x="5283201" y="5791201"/>
            <a:ext cx="1998663" cy="32861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612" name="Picture 22">
            <a:extLst>
              <a:ext uri="{FF2B5EF4-FFF2-40B4-BE49-F238E27FC236}">
                <a16:creationId xmlns:a16="http://schemas.microsoft.com/office/drawing/2014/main" id="{D534F16B-69A2-510B-D306-EA085B7FD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1782764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3" name="Picture 23">
            <a:extLst>
              <a:ext uri="{FF2B5EF4-FFF2-40B4-BE49-F238E27FC236}">
                <a16:creationId xmlns:a16="http://schemas.microsoft.com/office/drawing/2014/main" id="{2D95CCCE-201C-3602-7DA8-9D89EAB651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238" y="5772151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6" name="Rectangle 25">
            <a:extLst>
              <a:ext uri="{FF2B5EF4-FFF2-40B4-BE49-F238E27FC236}">
                <a16:creationId xmlns:a16="http://schemas.microsoft.com/office/drawing/2014/main" id="{15B85D8D-F225-CC7F-4F65-F16715B4A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363" y="1277938"/>
            <a:ext cx="98296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2500" dirty="0">
                <a:latin typeface="Palatino" pitchFamily="2" charset="77"/>
                <a:ea typeface="Palatino" pitchFamily="2" charset="77"/>
              </a:rPr>
              <a:t>Stasis</a:t>
            </a:r>
          </a:p>
        </p:txBody>
      </p:sp>
      <p:sp>
        <p:nvSpPr>
          <p:cNvPr id="25617" name="Rectangle 19">
            <a:extLst>
              <a:ext uri="{FF2B5EF4-FFF2-40B4-BE49-F238E27FC236}">
                <a16:creationId xmlns:a16="http://schemas.microsoft.com/office/drawing/2014/main" id="{690F9C37-533F-F029-18DE-30C35FE5E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675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nb-NO" sz="3500">
                <a:latin typeface="Palatino" pitchFamily="2" charset="77"/>
                <a:ea typeface="Palatino" pitchFamily="2" charset="77"/>
              </a:rPr>
              <a:t>Models of modes of evolution (Hunt 2006)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058DC9D9-0334-BC25-A99E-DC391E8A5EDA}"/>
              </a:ext>
            </a:extLst>
          </p:cNvPr>
          <p:cNvSpPr/>
          <p:nvPr/>
        </p:nvSpPr>
        <p:spPr>
          <a:xfrm>
            <a:off x="4512767" y="1277938"/>
            <a:ext cx="7073220" cy="5557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1425-838E-FA0B-AAD0-643B2406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3">
            <a:extLst>
              <a:ext uri="{FF2B5EF4-FFF2-40B4-BE49-F238E27FC236}">
                <a16:creationId xmlns:a16="http://schemas.microsoft.com/office/drawing/2014/main" id="{EDEE0A6C-4BC6-EF9B-2114-6F9965497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3413"/>
            <a:ext cx="914400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2" name="Picture 7">
            <a:extLst>
              <a:ext uri="{FF2B5EF4-FFF2-40B4-BE49-F238E27FC236}">
                <a16:creationId xmlns:a16="http://schemas.microsoft.com/office/drawing/2014/main" id="{163B29DA-C573-FE49-7D5A-785A7D904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5791201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B4CB4C-87E5-7A43-F645-AB8643623DC3}"/>
              </a:ext>
            </a:extLst>
          </p:cNvPr>
          <p:cNvSpPr/>
          <p:nvPr/>
        </p:nvSpPr>
        <p:spPr>
          <a:xfrm>
            <a:off x="2916239" y="2043113"/>
            <a:ext cx="7267575" cy="3175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4" name="Rectangle 11">
            <a:extLst>
              <a:ext uri="{FF2B5EF4-FFF2-40B4-BE49-F238E27FC236}">
                <a16:creationId xmlns:a16="http://schemas.microsoft.com/office/drawing/2014/main" id="{065E381B-AFFD-C1BB-2502-F1BD61474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9483" y="1328738"/>
            <a:ext cx="217880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2500" dirty="0">
                <a:latin typeface="Palatino" pitchFamily="2" charset="77"/>
                <a:ea typeface="Palatino" pitchFamily="2" charset="77"/>
              </a:rPr>
              <a:t>Random walk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E23448-1097-17E4-6617-457AA05AA89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29000" y="2546351"/>
            <a:ext cx="12700" cy="30003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606" name="Picture 12">
            <a:extLst>
              <a:ext uri="{FF2B5EF4-FFF2-40B4-BE49-F238E27FC236}">
                <a16:creationId xmlns:a16="http://schemas.microsoft.com/office/drawing/2014/main" id="{387CEAD9-285B-9EEA-BDCE-D275D11A7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689" y="5924550"/>
            <a:ext cx="236537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5">
            <a:extLst>
              <a:ext uri="{FF2B5EF4-FFF2-40B4-BE49-F238E27FC236}">
                <a16:creationId xmlns:a16="http://schemas.microsoft.com/office/drawing/2014/main" id="{C52F492D-1211-D79D-6D95-29D19E9C7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800" y="1362076"/>
            <a:ext cx="7112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TextBox 16">
            <a:extLst>
              <a:ext uri="{FF2B5EF4-FFF2-40B4-BE49-F238E27FC236}">
                <a16:creationId xmlns:a16="http://schemas.microsoft.com/office/drawing/2014/main" id="{EC99BB1E-CE69-3CC4-9B00-CDB1F0D9D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449" y="6465888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25609" name="TextBox 17">
            <a:extLst>
              <a:ext uri="{FF2B5EF4-FFF2-40B4-BE49-F238E27FC236}">
                <a16:creationId xmlns:a16="http://schemas.microsoft.com/office/drawing/2014/main" id="{734D7A20-CECC-B3D6-A77F-EFDA9FC11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590" y="6451600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25610" name="TextBox 20">
            <a:extLst>
              <a:ext uri="{FF2B5EF4-FFF2-40B4-BE49-F238E27FC236}">
                <a16:creationId xmlns:a16="http://schemas.microsoft.com/office/drawing/2014/main" id="{5D2E381B-4470-6E52-8C14-323E092B2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56" y="6465888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F2161D-534F-653F-F196-2E9C588AE7A8}"/>
              </a:ext>
            </a:extLst>
          </p:cNvPr>
          <p:cNvSpPr/>
          <p:nvPr/>
        </p:nvSpPr>
        <p:spPr>
          <a:xfrm>
            <a:off x="5283201" y="5791201"/>
            <a:ext cx="1998663" cy="32861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612" name="Picture 22">
            <a:extLst>
              <a:ext uri="{FF2B5EF4-FFF2-40B4-BE49-F238E27FC236}">
                <a16:creationId xmlns:a16="http://schemas.microsoft.com/office/drawing/2014/main" id="{EBBD3854-E5F3-C1AE-6699-D6F00DC53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1782764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3" name="Picture 23">
            <a:extLst>
              <a:ext uri="{FF2B5EF4-FFF2-40B4-BE49-F238E27FC236}">
                <a16:creationId xmlns:a16="http://schemas.microsoft.com/office/drawing/2014/main" id="{1F40B85D-CF82-4728-24AD-0D23D7A79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238" y="5772151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4" name="Picture 24">
            <a:extLst>
              <a:ext uri="{FF2B5EF4-FFF2-40B4-BE49-F238E27FC236}">
                <a16:creationId xmlns:a16="http://schemas.microsoft.com/office/drawing/2014/main" id="{B43FDAF9-A420-AB1A-87AA-D14374C9C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6" y="1933576"/>
            <a:ext cx="3524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5" name="Rectangle 14">
            <a:extLst>
              <a:ext uri="{FF2B5EF4-FFF2-40B4-BE49-F238E27FC236}">
                <a16:creationId xmlns:a16="http://schemas.microsoft.com/office/drawing/2014/main" id="{F210279C-3ACA-A0DB-5266-9E31AE6F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057" y="1129105"/>
            <a:ext cx="2805112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nb-NO" sz="2500">
                <a:latin typeface="Palatino" pitchFamily="2" charset="77"/>
                <a:ea typeface="Palatino" pitchFamily="2" charset="77"/>
              </a:rPr>
              <a:t>Directional </a:t>
            </a:r>
          </a:p>
          <a:p>
            <a:pPr algn="ctr" eaLnBrk="1" hangingPunct="1"/>
            <a:r>
              <a:rPr lang="en-US" altLang="nb-NO" sz="2500">
                <a:latin typeface="Palatino" pitchFamily="2" charset="77"/>
                <a:ea typeface="Palatino" pitchFamily="2" charset="77"/>
              </a:rPr>
              <a:t>change</a:t>
            </a:r>
          </a:p>
        </p:txBody>
      </p:sp>
      <p:sp>
        <p:nvSpPr>
          <p:cNvPr id="25616" name="Rectangle 25">
            <a:extLst>
              <a:ext uri="{FF2B5EF4-FFF2-40B4-BE49-F238E27FC236}">
                <a16:creationId xmlns:a16="http://schemas.microsoft.com/office/drawing/2014/main" id="{0A32A2E6-3A83-5329-9A77-7DC5FB2B3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363" y="1277938"/>
            <a:ext cx="98296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2500" dirty="0">
                <a:latin typeface="Palatino" pitchFamily="2" charset="77"/>
                <a:ea typeface="Palatino" pitchFamily="2" charset="77"/>
              </a:rPr>
              <a:t>Stasis</a:t>
            </a:r>
          </a:p>
        </p:txBody>
      </p:sp>
      <p:sp>
        <p:nvSpPr>
          <p:cNvPr id="25617" name="Rectangle 19">
            <a:extLst>
              <a:ext uri="{FF2B5EF4-FFF2-40B4-BE49-F238E27FC236}">
                <a16:creationId xmlns:a16="http://schemas.microsoft.com/office/drawing/2014/main" id="{7F672F26-53D9-B361-5839-97D5D3BE3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675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nb-NO" sz="3500">
                <a:latin typeface="Palatino" pitchFamily="2" charset="77"/>
                <a:ea typeface="Palatino" pitchFamily="2" charset="77"/>
              </a:rPr>
              <a:t>Models of modes of evolution (Hunt 2006)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08223407-8287-A4F4-40D6-6520455CA7D6}"/>
              </a:ext>
            </a:extLst>
          </p:cNvPr>
          <p:cNvSpPr txBox="1"/>
          <p:nvPr/>
        </p:nvSpPr>
        <p:spPr>
          <a:xfrm>
            <a:off x="10012364" y="939802"/>
            <a:ext cx="2234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Palatino" pitchFamily="2" charset="77"/>
                <a:ea typeface="Palatino" pitchFamily="2" charset="77"/>
              </a:rPr>
              <a:t>Phyletic gradualism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B89B4B65-DAE5-9CDC-D515-118DA2CE3EB8}"/>
              </a:ext>
            </a:extLst>
          </p:cNvPr>
          <p:cNvSpPr/>
          <p:nvPr/>
        </p:nvSpPr>
        <p:spPr>
          <a:xfrm>
            <a:off x="4512767" y="1129105"/>
            <a:ext cx="3162459" cy="5706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00668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9FE0-AF87-D8CD-4CD8-2650CB6E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3">
            <a:extLst>
              <a:ext uri="{FF2B5EF4-FFF2-40B4-BE49-F238E27FC236}">
                <a16:creationId xmlns:a16="http://schemas.microsoft.com/office/drawing/2014/main" id="{C1B7667F-4FDB-4047-7450-FF9E6E450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3413"/>
            <a:ext cx="914400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2" name="Picture 7">
            <a:extLst>
              <a:ext uri="{FF2B5EF4-FFF2-40B4-BE49-F238E27FC236}">
                <a16:creationId xmlns:a16="http://schemas.microsoft.com/office/drawing/2014/main" id="{789AFB56-77B2-227C-74E6-2CC225DE0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5791201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58B33B-2F36-DAE9-F687-C0425A5A2DA5}"/>
              </a:ext>
            </a:extLst>
          </p:cNvPr>
          <p:cNvSpPr/>
          <p:nvPr/>
        </p:nvSpPr>
        <p:spPr>
          <a:xfrm>
            <a:off x="2916239" y="2043113"/>
            <a:ext cx="7267575" cy="31750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4" name="Rectangle 11">
            <a:extLst>
              <a:ext uri="{FF2B5EF4-FFF2-40B4-BE49-F238E27FC236}">
                <a16:creationId xmlns:a16="http://schemas.microsoft.com/office/drawing/2014/main" id="{0FD59E81-7705-2ACC-22A0-B944826C6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9483" y="1328738"/>
            <a:ext cx="217880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2500" dirty="0">
                <a:latin typeface="Palatino" pitchFamily="2" charset="77"/>
                <a:ea typeface="Palatino" pitchFamily="2" charset="77"/>
              </a:rPr>
              <a:t>Random walk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4A2CE4-81DD-D975-395F-31DE42F1D51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29000" y="2546351"/>
            <a:ext cx="12700" cy="30003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5606" name="Picture 12">
            <a:extLst>
              <a:ext uri="{FF2B5EF4-FFF2-40B4-BE49-F238E27FC236}">
                <a16:creationId xmlns:a16="http://schemas.microsoft.com/office/drawing/2014/main" id="{47441FBF-4CFB-C399-8D9A-637E4778D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689" y="5924550"/>
            <a:ext cx="236537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5">
            <a:extLst>
              <a:ext uri="{FF2B5EF4-FFF2-40B4-BE49-F238E27FC236}">
                <a16:creationId xmlns:a16="http://schemas.microsoft.com/office/drawing/2014/main" id="{7B337C30-BD02-DB05-EABF-7EA44D76F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800" y="1362076"/>
            <a:ext cx="7112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TextBox 16">
            <a:extLst>
              <a:ext uri="{FF2B5EF4-FFF2-40B4-BE49-F238E27FC236}">
                <a16:creationId xmlns:a16="http://schemas.microsoft.com/office/drawing/2014/main" id="{ABB7F35C-26EB-73EA-1F47-2804E5818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449" y="6465888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25609" name="TextBox 17">
            <a:extLst>
              <a:ext uri="{FF2B5EF4-FFF2-40B4-BE49-F238E27FC236}">
                <a16:creationId xmlns:a16="http://schemas.microsoft.com/office/drawing/2014/main" id="{71289AA3-D790-886B-981B-103F89776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590" y="6451600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25610" name="TextBox 20">
            <a:extLst>
              <a:ext uri="{FF2B5EF4-FFF2-40B4-BE49-F238E27FC236}">
                <a16:creationId xmlns:a16="http://schemas.microsoft.com/office/drawing/2014/main" id="{6CCCE689-AACB-859D-2226-CCFEF553C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56" y="6465888"/>
            <a:ext cx="217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1800" b="1" dirty="0">
                <a:latin typeface="Palatino" pitchFamily="2" charset="77"/>
                <a:ea typeface="Palatino" pitchFamily="2" charset="77"/>
              </a:rPr>
              <a:t>Phenotypic change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75E6E-49A6-4467-8DCE-086CCFA4AAB9}"/>
              </a:ext>
            </a:extLst>
          </p:cNvPr>
          <p:cNvSpPr/>
          <p:nvPr/>
        </p:nvSpPr>
        <p:spPr>
          <a:xfrm>
            <a:off x="5283201" y="5791201"/>
            <a:ext cx="1998663" cy="32861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5612" name="Picture 22">
            <a:extLst>
              <a:ext uri="{FF2B5EF4-FFF2-40B4-BE49-F238E27FC236}">
                <a16:creationId xmlns:a16="http://schemas.microsoft.com/office/drawing/2014/main" id="{4FD85E15-6E47-190D-202C-BE9CF1FE0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1782764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3" name="Picture 23">
            <a:extLst>
              <a:ext uri="{FF2B5EF4-FFF2-40B4-BE49-F238E27FC236}">
                <a16:creationId xmlns:a16="http://schemas.microsoft.com/office/drawing/2014/main" id="{11C41C25-FA89-925C-9AAC-F8DBDBDA3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238" y="5772151"/>
            <a:ext cx="425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4" name="Picture 24">
            <a:extLst>
              <a:ext uri="{FF2B5EF4-FFF2-40B4-BE49-F238E27FC236}">
                <a16:creationId xmlns:a16="http://schemas.microsoft.com/office/drawing/2014/main" id="{36E83700-1275-3B68-5441-D6CBE363C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6" y="1933576"/>
            <a:ext cx="3524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5" name="Rectangle 14">
            <a:extLst>
              <a:ext uri="{FF2B5EF4-FFF2-40B4-BE49-F238E27FC236}">
                <a16:creationId xmlns:a16="http://schemas.microsoft.com/office/drawing/2014/main" id="{61503C44-67EC-C7F8-4041-7EE8AC4B3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057" y="1129105"/>
            <a:ext cx="2805112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nb-NO" sz="2500">
                <a:latin typeface="Palatino" pitchFamily="2" charset="77"/>
                <a:ea typeface="Palatino" pitchFamily="2" charset="77"/>
              </a:rPr>
              <a:t>Directional </a:t>
            </a:r>
          </a:p>
          <a:p>
            <a:pPr algn="ctr" eaLnBrk="1" hangingPunct="1"/>
            <a:r>
              <a:rPr lang="en-US" altLang="nb-NO" sz="2500">
                <a:latin typeface="Palatino" pitchFamily="2" charset="77"/>
                <a:ea typeface="Palatino" pitchFamily="2" charset="77"/>
              </a:rPr>
              <a:t>change</a:t>
            </a:r>
          </a:p>
        </p:txBody>
      </p:sp>
      <p:sp>
        <p:nvSpPr>
          <p:cNvPr id="25616" name="Rectangle 25">
            <a:extLst>
              <a:ext uri="{FF2B5EF4-FFF2-40B4-BE49-F238E27FC236}">
                <a16:creationId xmlns:a16="http://schemas.microsoft.com/office/drawing/2014/main" id="{0DF06ACE-A026-FF96-EDE9-AC7C18DFD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363" y="1277938"/>
            <a:ext cx="98296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nb-NO" sz="2500" dirty="0">
                <a:latin typeface="Palatino" pitchFamily="2" charset="77"/>
                <a:ea typeface="Palatino" pitchFamily="2" charset="77"/>
              </a:rPr>
              <a:t>Stasis</a:t>
            </a:r>
          </a:p>
        </p:txBody>
      </p:sp>
      <p:sp>
        <p:nvSpPr>
          <p:cNvPr id="25617" name="Rectangle 19">
            <a:extLst>
              <a:ext uri="{FF2B5EF4-FFF2-40B4-BE49-F238E27FC236}">
                <a16:creationId xmlns:a16="http://schemas.microsoft.com/office/drawing/2014/main" id="{90E8B465-BCEC-2E3C-4718-B94D1AD33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93675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nb-NO" sz="3500">
                <a:latin typeface="Palatino" pitchFamily="2" charset="77"/>
                <a:ea typeface="Palatino" pitchFamily="2" charset="77"/>
              </a:rPr>
              <a:t>Models of modes of evolution (Hunt 2006)</a:t>
            </a: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7EB137F-140B-9F1C-1C5A-D49A2C8B6241}"/>
              </a:ext>
            </a:extLst>
          </p:cNvPr>
          <p:cNvSpPr txBox="1"/>
          <p:nvPr/>
        </p:nvSpPr>
        <p:spPr>
          <a:xfrm>
            <a:off x="10012364" y="939802"/>
            <a:ext cx="2234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Palatino" pitchFamily="2" charset="77"/>
                <a:ea typeface="Palatino" pitchFamily="2" charset="77"/>
              </a:rPr>
              <a:t>Phyletic gradualism</a:t>
            </a:r>
          </a:p>
        </p:txBody>
      </p:sp>
    </p:spTree>
    <p:extLst>
      <p:ext uri="{BB962C8B-B14F-4D97-AF65-F5344CB8AC3E}">
        <p14:creationId xmlns:p14="http://schemas.microsoft.com/office/powerpoint/2010/main" val="375794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B9FB4D-D2C0-BE44-BB40-D3341F16BAF2}"/>
              </a:ext>
            </a:extLst>
          </p:cNvPr>
          <p:cNvSpPr txBox="1"/>
          <p:nvPr/>
        </p:nvSpPr>
        <p:spPr>
          <a:xfrm>
            <a:off x="1346898" y="1343287"/>
            <a:ext cx="89872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dirty="0">
                <a:latin typeface="Palatino" pitchFamily="2" charset="77"/>
                <a:ea typeface="Palatino" pitchFamily="2" charset="77"/>
              </a:rPr>
              <a:t>Adaptive zones, not only the animals occupying them, evolve. </a:t>
            </a:r>
          </a:p>
          <a:p>
            <a:endParaRPr lang="en-US" sz="4500" dirty="0">
              <a:latin typeface="Palatino" pitchFamily="2" charset="77"/>
              <a:ea typeface="Palatino" pitchFamily="2" charset="77"/>
            </a:endParaRPr>
          </a:p>
          <a:p>
            <a:r>
              <a:rPr lang="en-US" sz="4500" dirty="0">
                <a:latin typeface="Palatino" pitchFamily="2" charset="77"/>
                <a:ea typeface="Palatino" pitchFamily="2" charset="77"/>
              </a:rPr>
              <a:t>		G.G. Simpson (1944, p. 190)</a:t>
            </a:r>
          </a:p>
        </p:txBody>
      </p:sp>
    </p:spTree>
    <p:extLst>
      <p:ext uri="{BB962C8B-B14F-4D97-AF65-F5344CB8AC3E}">
        <p14:creationId xmlns:p14="http://schemas.microsoft.com/office/powerpoint/2010/main" val="3741890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15E589-A384-9345-BA7F-8A40280AD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22" y="127000"/>
            <a:ext cx="9588500" cy="3302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4BD018-F03C-6E41-B19B-C746F04B2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22" y="3517900"/>
            <a:ext cx="10172700" cy="3213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A1955A-2DE7-9343-B21B-5DAEB09FD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8149" y="3689530"/>
            <a:ext cx="2423851" cy="286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D25F-2752-B98D-C381-03B852CE2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tickleback">
            <a:extLst>
              <a:ext uri="{FF2B5EF4-FFF2-40B4-BE49-F238E27FC236}">
                <a16:creationId xmlns:a16="http://schemas.microsoft.com/office/drawing/2014/main" id="{3BC5D6A6-B150-AACD-B1CE-101AE1DEE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109" y="1528672"/>
            <a:ext cx="3806519" cy="135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98AB14C9-C434-7EF8-B161-3566C409D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8393" y="6315076"/>
            <a:ext cx="33506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>
                <a:latin typeface="Palatino" pitchFamily="2" charset="77"/>
                <a:ea typeface="Palatino" pitchFamily="2" charset="77"/>
                <a:cs typeface="Gill Sans" charset="0"/>
              </a:rPr>
              <a:t>Hunt et al. 2008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BD363C3D-85AF-E768-C20F-FDFAE2BF0A54}"/>
              </a:ext>
            </a:extLst>
          </p:cNvPr>
          <p:cNvSpPr txBox="1"/>
          <p:nvPr/>
        </p:nvSpPr>
        <p:spPr>
          <a:xfrm>
            <a:off x="8396208" y="2883753"/>
            <a:ext cx="621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i="1" dirty="0" err="1">
                <a:latin typeface="Palatino" pitchFamily="2" charset="77"/>
                <a:ea typeface="Palatino" pitchFamily="2" charset="77"/>
              </a:rPr>
              <a:t>Gasterosteus</a:t>
            </a:r>
            <a:r>
              <a:rPr lang="nb-NO" i="1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i="1" dirty="0" err="1">
                <a:latin typeface="Palatino" pitchFamily="2" charset="77"/>
                <a:ea typeface="Palatino" pitchFamily="2" charset="77"/>
              </a:rPr>
              <a:t>aculeatus</a:t>
            </a:r>
            <a:endParaRPr lang="nb-NO" i="1" dirty="0">
              <a:latin typeface="Palatino" pitchFamily="2" charset="77"/>
              <a:ea typeface="Palatino" pitchFamily="2" charset="77"/>
            </a:endParaRPr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E7D41789-89C8-B473-FD23-3BF7F7787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79" y="1528672"/>
            <a:ext cx="6769275" cy="4683747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90217732-802F-C373-E62B-B4CEC43F00C0}"/>
              </a:ext>
            </a:extLst>
          </p:cNvPr>
          <p:cNvSpPr txBox="1"/>
          <p:nvPr/>
        </p:nvSpPr>
        <p:spPr>
          <a:xfrm>
            <a:off x="449451" y="480447"/>
            <a:ext cx="53107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000" dirty="0" err="1">
                <a:latin typeface="Palatino" pitchFamily="2" charset="77"/>
                <a:ea typeface="Palatino" pitchFamily="2" charset="77"/>
              </a:rPr>
              <a:t>Ornstein</a:t>
            </a:r>
            <a:r>
              <a:rPr lang="nb-NO" sz="30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3000" dirty="0" err="1">
                <a:latin typeface="Palatino" pitchFamily="2" charset="77"/>
                <a:ea typeface="Palatino" pitchFamily="2" charset="77"/>
              </a:rPr>
              <a:t>Uhlenbeck</a:t>
            </a:r>
            <a:r>
              <a:rPr lang="nb-NO" sz="3000" dirty="0">
                <a:latin typeface="Palatino" pitchFamily="2" charset="77"/>
                <a:ea typeface="Palatino" pitchFamily="2" charset="77"/>
              </a:rPr>
              <a:t> </a:t>
            </a:r>
            <a:r>
              <a:rPr lang="nb-NO" sz="3000" dirty="0" err="1">
                <a:latin typeface="Palatino" pitchFamily="2" charset="77"/>
                <a:ea typeface="Palatino" pitchFamily="2" charset="77"/>
              </a:rPr>
              <a:t>processes</a:t>
            </a:r>
            <a:endParaRPr lang="nb-NO" sz="3000" dirty="0">
              <a:latin typeface="Palatino" pitchFamily="2" charset="77"/>
              <a:ea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5339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Sylinder 5">
            <a:extLst>
              <a:ext uri="{FF2B5EF4-FFF2-40B4-BE49-F238E27FC236}">
                <a16:creationId xmlns:a16="http://schemas.microsoft.com/office/drawing/2014/main" id="{D61A9F32-CDA8-97DB-9F37-F7FA51EBA822}"/>
              </a:ext>
            </a:extLst>
          </p:cNvPr>
          <p:cNvSpPr txBox="1"/>
          <p:nvPr/>
        </p:nvSpPr>
        <p:spPr>
          <a:xfrm>
            <a:off x="3129483" y="438150"/>
            <a:ext cx="5933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000" dirty="0" err="1">
                <a:latin typeface="Palatino" pitchFamily="2" charset="77"/>
                <a:ea typeface="Palatino" pitchFamily="2" charset="77"/>
              </a:rPr>
              <a:t>Static</a:t>
            </a:r>
            <a:r>
              <a:rPr lang="nb-NO" sz="4000" dirty="0">
                <a:latin typeface="Palatino" pitchFamily="2" charset="77"/>
                <a:ea typeface="Palatino" pitchFamily="2" charset="77"/>
              </a:rPr>
              <a:t> adaptive landscape</a:t>
            </a: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3DFA08B1-BB93-9087-17DA-2730C5DB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382"/>
          <a:stretch>
            <a:fillRect/>
          </a:stretch>
        </p:blipFill>
        <p:spPr>
          <a:xfrm>
            <a:off x="818206" y="1146036"/>
            <a:ext cx="10555588" cy="559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39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Sylinder 5">
            <a:extLst>
              <a:ext uri="{FF2B5EF4-FFF2-40B4-BE49-F238E27FC236}">
                <a16:creationId xmlns:a16="http://schemas.microsoft.com/office/drawing/2014/main" id="{DB35B538-C6AC-6659-BFAB-F2E256BAE15C}"/>
              </a:ext>
            </a:extLst>
          </p:cNvPr>
          <p:cNvSpPr txBox="1"/>
          <p:nvPr/>
        </p:nvSpPr>
        <p:spPr>
          <a:xfrm>
            <a:off x="2865903" y="438150"/>
            <a:ext cx="67649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4000" dirty="0" err="1">
                <a:latin typeface="Palatino" pitchFamily="2" charset="77"/>
                <a:ea typeface="Palatino" pitchFamily="2" charset="77"/>
              </a:rPr>
              <a:t>Dynamic</a:t>
            </a:r>
            <a:r>
              <a:rPr lang="nb-NO" sz="4000" dirty="0">
                <a:latin typeface="Palatino" pitchFamily="2" charset="77"/>
                <a:ea typeface="Palatino" pitchFamily="2" charset="77"/>
              </a:rPr>
              <a:t> adaptive landscape</a:t>
            </a:r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DE5B872F-1F5C-316E-287C-0D996568A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600"/>
          <a:stretch>
            <a:fillRect/>
          </a:stretch>
        </p:blipFill>
        <p:spPr>
          <a:xfrm>
            <a:off x="933758" y="1146036"/>
            <a:ext cx="10324484" cy="554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7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313269-F2C5-824C-B517-E7843DCFDA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6418622-BF7C-EB40-9679-F84BA33843FC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95E6A-AEF4-0248-9FB8-61AC763596D2}"/>
              </a:ext>
            </a:extLst>
          </p:cNvPr>
          <p:cNvSpPr txBox="1"/>
          <p:nvPr/>
        </p:nvSpPr>
        <p:spPr>
          <a:xfrm>
            <a:off x="6984535" y="262187"/>
            <a:ext cx="49949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Palatino" pitchFamily="2" charset="77"/>
                <a:ea typeface="Palatino" pitchFamily="2" charset="77"/>
              </a:rPr>
              <a:t>The simplest stochastic model that allows evolution toward a specific state.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7D0A1E36-080A-8F9E-EDAC-4B004AB0149D}"/>
              </a:ext>
            </a:extLst>
          </p:cNvPr>
          <p:cNvSpPr txBox="1"/>
          <p:nvPr/>
        </p:nvSpPr>
        <p:spPr>
          <a:xfrm>
            <a:off x="10037978" y="1910443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Palatino" pitchFamily="2" charset="77"/>
                <a:ea typeface="Palatino" pitchFamily="2" charset="77"/>
              </a:rPr>
              <a:t>Hansen 1997</a:t>
            </a:r>
          </a:p>
        </p:txBody>
      </p:sp>
    </p:spTree>
    <p:extLst>
      <p:ext uri="{BB962C8B-B14F-4D97-AF65-F5344CB8AC3E}">
        <p14:creationId xmlns:p14="http://schemas.microsoft.com/office/powerpoint/2010/main" val="211622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FEA9-655F-0790-BC18-74E54BC6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6C99E8-0CFA-7877-BEE6-C105BD2908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F0B7CA-C4D9-E194-4554-9F84C9F14405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B7D76C-6409-1A49-F7D5-807E2DD0327F}"/>
              </a:ext>
            </a:extLst>
          </p:cNvPr>
          <p:cNvSpPr/>
          <p:nvPr/>
        </p:nvSpPr>
        <p:spPr>
          <a:xfrm>
            <a:off x="7734629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2DF0E0-DAEE-2127-66C7-B9E3C5674257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5D32DC-9A38-1706-84BA-271D8E02FE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BCE577-3869-00F6-2102-53AE73FFD326}"/>
              </a:ext>
            </a:extLst>
          </p:cNvPr>
          <p:cNvSpPr/>
          <p:nvPr/>
        </p:nvSpPr>
        <p:spPr>
          <a:xfrm>
            <a:off x="1277257" y="3581402"/>
            <a:ext cx="3483429" cy="73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3EC618-3C84-460F-6B6B-86DE3AACFCF8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15146FC2-9203-7ED6-FD8A-ED9D26F246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304" b="67757"/>
          <a:stretch>
            <a:fillRect/>
          </a:stretch>
        </p:blipFill>
        <p:spPr>
          <a:xfrm>
            <a:off x="-654564" y="2569934"/>
            <a:ext cx="6816097" cy="1146556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EFF5DE15-868E-BF8C-AEC5-D2E131F9A9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25" t="72265" r="13529" b="-4508"/>
          <a:stretch>
            <a:fillRect/>
          </a:stretch>
        </p:blipFill>
        <p:spPr>
          <a:xfrm>
            <a:off x="370457" y="4288066"/>
            <a:ext cx="6816097" cy="1146556"/>
          </a:xfrm>
          <a:prstGeom prst="rect">
            <a:avLst/>
          </a:prstGeom>
        </p:spPr>
      </p:pic>
      <p:sp>
        <p:nvSpPr>
          <p:cNvPr id="7" name="TextBox 16">
            <a:extLst>
              <a:ext uri="{FF2B5EF4-FFF2-40B4-BE49-F238E27FC236}">
                <a16:creationId xmlns:a16="http://schemas.microsoft.com/office/drawing/2014/main" id="{ED37973D-084A-64F8-A38E-34FD7225A60D}"/>
              </a:ext>
            </a:extLst>
          </p:cNvPr>
          <p:cNvSpPr txBox="1"/>
          <p:nvPr/>
        </p:nvSpPr>
        <p:spPr>
          <a:xfrm>
            <a:off x="6984535" y="262187"/>
            <a:ext cx="49949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Palatino" pitchFamily="2" charset="77"/>
                <a:ea typeface="Palatino" pitchFamily="2" charset="77"/>
              </a:rPr>
              <a:t>The simplest stochastic model that allows evolution toward a specific state.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05BB21C2-70AC-BF56-F1CB-77387629B9CD}"/>
              </a:ext>
            </a:extLst>
          </p:cNvPr>
          <p:cNvSpPr txBox="1"/>
          <p:nvPr/>
        </p:nvSpPr>
        <p:spPr>
          <a:xfrm>
            <a:off x="10037978" y="1910443"/>
            <a:ext cx="1489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Palatino" pitchFamily="2" charset="77"/>
                <a:ea typeface="Palatino" pitchFamily="2" charset="77"/>
              </a:rPr>
              <a:t>Hansen 1997</a:t>
            </a:r>
          </a:p>
          <a:p>
            <a:r>
              <a:rPr lang="nb-NO" dirty="0">
                <a:latin typeface="Palatino" pitchFamily="2" charset="77"/>
                <a:ea typeface="Palatino" pitchFamily="2" charset="77"/>
              </a:rPr>
              <a:t>Hunt 2008</a:t>
            </a:r>
          </a:p>
        </p:txBody>
      </p:sp>
    </p:spTree>
    <p:extLst>
      <p:ext uri="{BB962C8B-B14F-4D97-AF65-F5344CB8AC3E}">
        <p14:creationId xmlns:p14="http://schemas.microsoft.com/office/powerpoint/2010/main" val="324866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CB9DCA-2E1E-314A-973C-905B26AAF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69FF4-F0B8-F748-A5D6-1E2A290C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F3257-ED46-084B-A671-121BA179387D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935DA73-6F78-D445-9E23-CB8AC0F6E9B8}"/>
              </a:ext>
            </a:extLst>
          </p:cNvPr>
          <p:cNvSpPr/>
          <p:nvPr/>
        </p:nvSpPr>
        <p:spPr>
          <a:xfrm>
            <a:off x="900114" y="1128677"/>
            <a:ext cx="400050" cy="534260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6-EAB6-8744-A8AA-BFBA1F1AC923}"/>
              </a:ext>
            </a:extLst>
          </p:cNvPr>
          <p:cNvSpPr/>
          <p:nvPr/>
        </p:nvSpPr>
        <p:spPr>
          <a:xfrm>
            <a:off x="7658100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443027D-4788-3145-8957-EB74F5ACAC22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</p:spTree>
    <p:extLst>
      <p:ext uri="{BB962C8B-B14F-4D97-AF65-F5344CB8AC3E}">
        <p14:creationId xmlns:p14="http://schemas.microsoft.com/office/powerpoint/2010/main" val="2095730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CB9DCA-2E1E-314A-973C-905B26AAF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C9C29E-B0D8-594C-84B8-8BADC6FEBBD6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569FF4-F0B8-F748-A5D6-1E2A290C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F3257-ED46-084B-A671-121BA179387D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6-EAB6-8744-A8AA-BFBA1F1AC923}"/>
              </a:ext>
            </a:extLst>
          </p:cNvPr>
          <p:cNvSpPr/>
          <p:nvPr/>
        </p:nvSpPr>
        <p:spPr>
          <a:xfrm>
            <a:off x="7658100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4F52E-8C9D-6F46-8B28-AF583BE75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4D86A3A-AF4D-2F4D-9007-4BA22EAC5400}"/>
              </a:ext>
            </a:extLst>
          </p:cNvPr>
          <p:cNvSpPr/>
          <p:nvPr/>
        </p:nvSpPr>
        <p:spPr>
          <a:xfrm>
            <a:off x="3272517" y="1094425"/>
            <a:ext cx="357188" cy="55399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DCA61-ED49-5941-B93E-B05A265BB476}"/>
              </a:ext>
            </a:extLst>
          </p:cNvPr>
          <p:cNvSpPr/>
          <p:nvPr/>
        </p:nvSpPr>
        <p:spPr>
          <a:xfrm>
            <a:off x="7779657" y="3018971"/>
            <a:ext cx="1103086" cy="3271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65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CB9DCA-2E1E-314A-973C-905B26AAF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69FF4-F0B8-F748-A5D6-1E2A290C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F3257-ED46-084B-A671-121BA179387D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6-EAB6-8744-A8AA-BFBA1F1AC923}"/>
              </a:ext>
            </a:extLst>
          </p:cNvPr>
          <p:cNvSpPr/>
          <p:nvPr/>
        </p:nvSpPr>
        <p:spPr>
          <a:xfrm>
            <a:off x="7658100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4F52E-8C9D-6F46-8B28-AF583BE75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4D86A3A-AF4D-2F4D-9007-4BA22EAC5400}"/>
              </a:ext>
            </a:extLst>
          </p:cNvPr>
          <p:cNvSpPr/>
          <p:nvPr/>
        </p:nvSpPr>
        <p:spPr>
          <a:xfrm>
            <a:off x="2101408" y="1144362"/>
            <a:ext cx="357188" cy="55399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DCA61-ED49-5941-B93E-B05A265BB476}"/>
              </a:ext>
            </a:extLst>
          </p:cNvPr>
          <p:cNvSpPr/>
          <p:nvPr/>
        </p:nvSpPr>
        <p:spPr>
          <a:xfrm>
            <a:off x="7779657" y="3018971"/>
            <a:ext cx="1103086" cy="3271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644380-2CEF-BF4E-9A13-CA1076AB8BA4}"/>
              </a:ext>
            </a:extLst>
          </p:cNvPr>
          <p:cNvCxnSpPr/>
          <p:nvPr/>
        </p:nvCxnSpPr>
        <p:spPr>
          <a:xfrm>
            <a:off x="7010400" y="6238870"/>
            <a:ext cx="2928938" cy="0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6D1890-1C20-1046-A233-FAC209172C86}"/>
              </a:ext>
            </a:extLst>
          </p:cNvPr>
          <p:cNvSpPr txBox="1"/>
          <p:nvPr/>
        </p:nvSpPr>
        <p:spPr>
          <a:xfrm>
            <a:off x="8110538" y="64427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23EF1E-0408-4047-9C42-F7D31C62C1FC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</p:spTree>
    <p:extLst>
      <p:ext uri="{BB962C8B-B14F-4D97-AF65-F5344CB8AC3E}">
        <p14:creationId xmlns:p14="http://schemas.microsoft.com/office/powerpoint/2010/main" val="82520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CB9DCA-2E1E-314A-973C-905B26AAF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69FF4-F0B8-F748-A5D6-1E2A290C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F3257-ED46-084B-A671-121BA179387D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6-EAB6-8744-A8AA-BFBA1F1AC923}"/>
              </a:ext>
            </a:extLst>
          </p:cNvPr>
          <p:cNvSpPr/>
          <p:nvPr/>
        </p:nvSpPr>
        <p:spPr>
          <a:xfrm>
            <a:off x="7658100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4F52E-8C9D-6F46-8B28-AF583BE75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4D86A3A-AF4D-2F4D-9007-4BA22EAC5400}"/>
              </a:ext>
            </a:extLst>
          </p:cNvPr>
          <p:cNvSpPr/>
          <p:nvPr/>
        </p:nvSpPr>
        <p:spPr>
          <a:xfrm>
            <a:off x="2101408" y="1144362"/>
            <a:ext cx="357188" cy="55399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644380-2CEF-BF4E-9A13-CA1076AB8BA4}"/>
              </a:ext>
            </a:extLst>
          </p:cNvPr>
          <p:cNvCxnSpPr/>
          <p:nvPr/>
        </p:nvCxnSpPr>
        <p:spPr>
          <a:xfrm>
            <a:off x="7010400" y="6238870"/>
            <a:ext cx="2928938" cy="0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6D1890-1C20-1046-A233-FAC209172C86}"/>
              </a:ext>
            </a:extLst>
          </p:cNvPr>
          <p:cNvSpPr txBox="1"/>
          <p:nvPr/>
        </p:nvSpPr>
        <p:spPr>
          <a:xfrm>
            <a:off x="8110538" y="64427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10907B-002D-D54E-8C4B-63BBB9B96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93" y="1941332"/>
            <a:ext cx="1670474" cy="9155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5B3F0C-9508-AB48-9353-1D580716142E}"/>
              </a:ext>
            </a:extLst>
          </p:cNvPr>
          <p:cNvSpPr/>
          <p:nvPr/>
        </p:nvSpPr>
        <p:spPr>
          <a:xfrm>
            <a:off x="1277257" y="3581402"/>
            <a:ext cx="3483429" cy="73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8ED87F-46F3-324D-B208-304946DCD16E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E6804B-6BE4-0641-B1AE-4D4D9B16AC6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782" y="3552234"/>
            <a:ext cx="5435598" cy="317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60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CB9DCA-2E1E-314A-973C-905B26AAF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69FF4-F0B8-F748-A5D6-1E2A290C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F3257-ED46-084B-A671-121BA179387D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6-EAB6-8744-A8AA-BFBA1F1AC923}"/>
              </a:ext>
            </a:extLst>
          </p:cNvPr>
          <p:cNvSpPr/>
          <p:nvPr/>
        </p:nvSpPr>
        <p:spPr>
          <a:xfrm>
            <a:off x="7658100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4F52E-8C9D-6F46-8B28-AF583BE75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644380-2CEF-BF4E-9A13-CA1076AB8BA4}"/>
              </a:ext>
            </a:extLst>
          </p:cNvPr>
          <p:cNvCxnSpPr/>
          <p:nvPr/>
        </p:nvCxnSpPr>
        <p:spPr>
          <a:xfrm>
            <a:off x="7010400" y="6238870"/>
            <a:ext cx="2928938" cy="0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6D1890-1C20-1046-A233-FAC209172C86}"/>
              </a:ext>
            </a:extLst>
          </p:cNvPr>
          <p:cNvSpPr txBox="1"/>
          <p:nvPr/>
        </p:nvSpPr>
        <p:spPr>
          <a:xfrm>
            <a:off x="8110538" y="64427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10907B-002D-D54E-8C4B-63BBB9B96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93" y="1941332"/>
            <a:ext cx="1670474" cy="9155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5B3F0C-9508-AB48-9353-1D580716142E}"/>
              </a:ext>
            </a:extLst>
          </p:cNvPr>
          <p:cNvSpPr/>
          <p:nvPr/>
        </p:nvSpPr>
        <p:spPr>
          <a:xfrm>
            <a:off x="1277257" y="3581402"/>
            <a:ext cx="3483429" cy="73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7AB57E-9097-314A-BAAD-3B480D2F3BC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9694" t="3368" b="64174"/>
          <a:stretch/>
        </p:blipFill>
        <p:spPr>
          <a:xfrm>
            <a:off x="5254198" y="3950050"/>
            <a:ext cx="664370" cy="1275752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CC611825-FA8F-894C-94C4-ED4E41AAE472}"/>
              </a:ext>
            </a:extLst>
          </p:cNvPr>
          <p:cNvSpPr/>
          <p:nvPr/>
        </p:nvSpPr>
        <p:spPr>
          <a:xfrm>
            <a:off x="4720319" y="1137741"/>
            <a:ext cx="442913" cy="55399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801A8B7-9711-CF43-8487-A0A967546AF1}"/>
              </a:ext>
            </a:extLst>
          </p:cNvPr>
          <p:cNvSpPr/>
          <p:nvPr/>
        </p:nvSpPr>
        <p:spPr>
          <a:xfrm rot="229495">
            <a:off x="5050970" y="1698171"/>
            <a:ext cx="1333395" cy="2844800"/>
          </a:xfrm>
          <a:custGeom>
            <a:avLst/>
            <a:gdLst>
              <a:gd name="connsiteX0" fmla="*/ 0 w 1333395"/>
              <a:gd name="connsiteY0" fmla="*/ 0 h 2844800"/>
              <a:gd name="connsiteX1" fmla="*/ 1277257 w 1333395"/>
              <a:gd name="connsiteY1" fmla="*/ 1799772 h 2844800"/>
              <a:gd name="connsiteX2" fmla="*/ 986971 w 1333395"/>
              <a:gd name="connsiteY2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3395" h="2844800">
                <a:moveTo>
                  <a:pt x="0" y="0"/>
                </a:moveTo>
                <a:cubicBezTo>
                  <a:pt x="556381" y="662819"/>
                  <a:pt x="1112762" y="1325639"/>
                  <a:pt x="1277257" y="1799772"/>
                </a:cubicBezTo>
                <a:cubicBezTo>
                  <a:pt x="1441752" y="2273905"/>
                  <a:pt x="1214361" y="2559352"/>
                  <a:pt x="986971" y="2844800"/>
                </a:cubicBezTo>
              </a:path>
            </a:pathLst>
          </a:custGeom>
          <a:noFill/>
          <a:ln w="34925">
            <a:solidFill>
              <a:srgbClr val="FF0000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F3EFF8-5713-E94D-AFCE-7A21F56D0D82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730B4D-AAFD-8E43-B8DE-65DE87A9A55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" r="1294"/>
          <a:stretch/>
        </p:blipFill>
        <p:spPr>
          <a:xfrm>
            <a:off x="80047" y="3721934"/>
            <a:ext cx="5762969" cy="29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71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CB9DCA-2E1E-314A-973C-905B26AAF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69FF4-F0B8-F748-A5D6-1E2A290C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F3257-ED46-084B-A671-121BA179387D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6-EAB6-8744-A8AA-BFBA1F1AC923}"/>
              </a:ext>
            </a:extLst>
          </p:cNvPr>
          <p:cNvSpPr/>
          <p:nvPr/>
        </p:nvSpPr>
        <p:spPr>
          <a:xfrm>
            <a:off x="7658100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4F52E-8C9D-6F46-8B28-AF583BE75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644380-2CEF-BF4E-9A13-CA1076AB8BA4}"/>
              </a:ext>
            </a:extLst>
          </p:cNvPr>
          <p:cNvCxnSpPr/>
          <p:nvPr/>
        </p:nvCxnSpPr>
        <p:spPr>
          <a:xfrm>
            <a:off x="7010400" y="6238870"/>
            <a:ext cx="2928938" cy="0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6D1890-1C20-1046-A233-FAC209172C86}"/>
              </a:ext>
            </a:extLst>
          </p:cNvPr>
          <p:cNvSpPr txBox="1"/>
          <p:nvPr/>
        </p:nvSpPr>
        <p:spPr>
          <a:xfrm>
            <a:off x="8110538" y="64427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10907B-002D-D54E-8C4B-63BBB9B96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93" y="1941332"/>
            <a:ext cx="1670474" cy="9155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5B3F0C-9508-AB48-9353-1D580716142E}"/>
              </a:ext>
            </a:extLst>
          </p:cNvPr>
          <p:cNvSpPr/>
          <p:nvPr/>
        </p:nvSpPr>
        <p:spPr>
          <a:xfrm>
            <a:off x="1277257" y="3581402"/>
            <a:ext cx="3483429" cy="73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4DE5DA8-E335-7A4B-B409-9223986A4CB7}"/>
              </a:ext>
            </a:extLst>
          </p:cNvPr>
          <p:cNvSpPr/>
          <p:nvPr/>
        </p:nvSpPr>
        <p:spPr>
          <a:xfrm>
            <a:off x="3239863" y="1094199"/>
            <a:ext cx="442913" cy="55399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4B9C2-17DD-DA42-B06B-0A3C06D31654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</p:spTree>
    <p:extLst>
      <p:ext uri="{BB962C8B-B14F-4D97-AF65-F5344CB8AC3E}">
        <p14:creationId xmlns:p14="http://schemas.microsoft.com/office/powerpoint/2010/main" val="2575877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CB9DCA-2E1E-314A-973C-905B26AAFF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098" b="811"/>
          <a:stretch/>
        </p:blipFill>
        <p:spPr>
          <a:xfrm>
            <a:off x="685384" y="1128677"/>
            <a:ext cx="2890105" cy="529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69FF4-F0B8-F748-A5D6-1E2A290C2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F3257-ED46-084B-A671-121BA179387D}"/>
              </a:ext>
            </a:extLst>
          </p:cNvPr>
          <p:cNvSpPr txBox="1"/>
          <p:nvPr/>
        </p:nvSpPr>
        <p:spPr>
          <a:xfrm>
            <a:off x="7958138" y="62903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6-EAB6-8744-A8AA-BFBA1F1AC923}"/>
              </a:ext>
            </a:extLst>
          </p:cNvPr>
          <p:cNvSpPr/>
          <p:nvPr/>
        </p:nvSpPr>
        <p:spPr>
          <a:xfrm>
            <a:off x="7658100" y="2503911"/>
            <a:ext cx="4451497" cy="4155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F29478-C3CA-CD44-AE46-88DD00B7E9F3}"/>
              </a:ext>
            </a:extLst>
          </p:cNvPr>
          <p:cNvSpPr/>
          <p:nvPr/>
        </p:nvSpPr>
        <p:spPr>
          <a:xfrm>
            <a:off x="3586163" y="1100101"/>
            <a:ext cx="528636" cy="671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D409F5-0D64-A44F-A997-0709FA673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079" t="1" b="810"/>
          <a:stretch/>
        </p:blipFill>
        <p:spPr>
          <a:xfrm>
            <a:off x="3571931" y="1127904"/>
            <a:ext cx="2589602" cy="529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A4F52E-8C9D-6F46-8B28-AF583BE75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22" y="2629679"/>
            <a:ext cx="5514975" cy="337803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644380-2CEF-BF4E-9A13-CA1076AB8BA4}"/>
              </a:ext>
            </a:extLst>
          </p:cNvPr>
          <p:cNvCxnSpPr/>
          <p:nvPr/>
        </p:nvCxnSpPr>
        <p:spPr>
          <a:xfrm>
            <a:off x="7010400" y="6238870"/>
            <a:ext cx="2928938" cy="0"/>
          </a:xfrm>
          <a:prstGeom prst="straightConnector1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6D1890-1C20-1046-A233-FAC209172C86}"/>
              </a:ext>
            </a:extLst>
          </p:cNvPr>
          <p:cNvSpPr txBox="1"/>
          <p:nvPr/>
        </p:nvSpPr>
        <p:spPr>
          <a:xfrm>
            <a:off x="8110538" y="644273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Time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10907B-002D-D54E-8C4B-63BBB9B96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93" y="1941332"/>
            <a:ext cx="1670474" cy="9155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5B3F0C-9508-AB48-9353-1D580716142E}"/>
              </a:ext>
            </a:extLst>
          </p:cNvPr>
          <p:cNvSpPr/>
          <p:nvPr/>
        </p:nvSpPr>
        <p:spPr>
          <a:xfrm>
            <a:off x="1277257" y="3581402"/>
            <a:ext cx="3483429" cy="73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B3A540-54DC-3F4A-9DF7-913A947E3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00" y="3563100"/>
            <a:ext cx="5648400" cy="3294900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94DE5DA8-E335-7A4B-B409-9223986A4CB7}"/>
              </a:ext>
            </a:extLst>
          </p:cNvPr>
          <p:cNvSpPr/>
          <p:nvPr/>
        </p:nvSpPr>
        <p:spPr>
          <a:xfrm>
            <a:off x="3239863" y="1094199"/>
            <a:ext cx="442913" cy="553998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4B9C2-17DD-DA42-B06B-0A3C06D31654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4266CD60-E976-E071-A456-EEEF4F82EACA}"/>
              </a:ext>
            </a:extLst>
          </p:cNvPr>
          <p:cNvSpPr txBox="1"/>
          <p:nvPr/>
        </p:nvSpPr>
        <p:spPr>
          <a:xfrm>
            <a:off x="10185896" y="447868"/>
            <a:ext cx="113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Palatino" pitchFamily="2" charset="77"/>
                <a:ea typeface="Palatino" pitchFamily="2" charset="77"/>
              </a:rPr>
              <a:t>Voje 2023</a:t>
            </a:r>
          </a:p>
        </p:txBody>
      </p:sp>
    </p:spTree>
    <p:extLst>
      <p:ext uri="{BB962C8B-B14F-4D97-AF65-F5344CB8AC3E}">
        <p14:creationId xmlns:p14="http://schemas.microsoft.com/office/powerpoint/2010/main" val="810268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931B5-786F-90EB-AF8B-1F2AB7B0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924539-AA83-0D8E-171E-801A639EA326}"/>
              </a:ext>
            </a:extLst>
          </p:cNvPr>
          <p:cNvSpPr/>
          <p:nvPr/>
        </p:nvSpPr>
        <p:spPr>
          <a:xfrm>
            <a:off x="1277257" y="3581402"/>
            <a:ext cx="3483429" cy="73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2982AD-FBF4-7AE4-E4F7-D20C6DC38C92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6D8E0E86-84D3-9E08-28C9-DB337453C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24"/>
          <a:stretch>
            <a:fillRect/>
          </a:stretch>
        </p:blipFill>
        <p:spPr>
          <a:xfrm>
            <a:off x="6320858" y="3657579"/>
            <a:ext cx="5852092" cy="1543072"/>
          </a:xfrm>
          <a:prstGeom prst="rect">
            <a:avLst/>
          </a:prstGeom>
        </p:spPr>
      </p:pic>
      <p:pic>
        <p:nvPicPr>
          <p:cNvPr id="13" name="Bilde 12">
            <a:extLst>
              <a:ext uri="{FF2B5EF4-FFF2-40B4-BE49-F238E27FC236}">
                <a16:creationId xmlns:a16="http://schemas.microsoft.com/office/drawing/2014/main" id="{9F27040D-8592-0BFB-376D-724A5EB31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8" y="1004748"/>
            <a:ext cx="6306375" cy="2195675"/>
          </a:xfrm>
          <a:prstGeom prst="rect">
            <a:avLst/>
          </a:prstGeom>
        </p:spPr>
      </p:pic>
      <p:pic>
        <p:nvPicPr>
          <p:cNvPr id="18" name="Bilde 17">
            <a:extLst>
              <a:ext uri="{FF2B5EF4-FFF2-40B4-BE49-F238E27FC236}">
                <a16:creationId xmlns:a16="http://schemas.microsoft.com/office/drawing/2014/main" id="{FF376A37-315C-F665-9592-F6EFBD6289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304" b="67757"/>
          <a:stretch>
            <a:fillRect/>
          </a:stretch>
        </p:blipFill>
        <p:spPr>
          <a:xfrm>
            <a:off x="5289037" y="2216024"/>
            <a:ext cx="5852092" cy="984398"/>
          </a:xfrm>
          <a:prstGeom prst="rect">
            <a:avLst/>
          </a:prstGeom>
        </p:spPr>
      </p:pic>
      <p:sp>
        <p:nvSpPr>
          <p:cNvPr id="20" name="Rektangel 19">
            <a:extLst>
              <a:ext uri="{FF2B5EF4-FFF2-40B4-BE49-F238E27FC236}">
                <a16:creationId xmlns:a16="http://schemas.microsoft.com/office/drawing/2014/main" id="{96EE1C99-44F2-1CF7-FD40-EBCD08346531}"/>
              </a:ext>
            </a:extLst>
          </p:cNvPr>
          <p:cNvSpPr/>
          <p:nvPr/>
        </p:nvSpPr>
        <p:spPr>
          <a:xfrm>
            <a:off x="6263708" y="2216024"/>
            <a:ext cx="5699692" cy="315607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E755C3F7-01FB-DBD9-49E8-0B9BBAB2823D}"/>
              </a:ext>
            </a:extLst>
          </p:cNvPr>
          <p:cNvSpPr txBox="1"/>
          <p:nvPr/>
        </p:nvSpPr>
        <p:spPr>
          <a:xfrm>
            <a:off x="10185896" y="447868"/>
            <a:ext cx="113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Palatino" pitchFamily="2" charset="77"/>
                <a:ea typeface="Palatino" pitchFamily="2" charset="77"/>
              </a:rPr>
              <a:t>Voje 2023</a:t>
            </a:r>
          </a:p>
        </p:txBody>
      </p:sp>
    </p:spTree>
    <p:extLst>
      <p:ext uri="{BB962C8B-B14F-4D97-AF65-F5344CB8AC3E}">
        <p14:creationId xmlns:p14="http://schemas.microsoft.com/office/powerpoint/2010/main" val="136273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035E-CA78-772B-E222-C9A96236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3E43FD-CB7B-FAA8-D00B-D9379B00E08D}"/>
              </a:ext>
            </a:extLst>
          </p:cNvPr>
          <p:cNvSpPr/>
          <p:nvPr/>
        </p:nvSpPr>
        <p:spPr>
          <a:xfrm>
            <a:off x="1277257" y="3581402"/>
            <a:ext cx="3483429" cy="73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B7414A-045B-F274-8ED7-295A5B6996EC}"/>
              </a:ext>
            </a:extLst>
          </p:cNvPr>
          <p:cNvSpPr/>
          <p:nvPr/>
        </p:nvSpPr>
        <p:spPr>
          <a:xfrm>
            <a:off x="696058" y="296284"/>
            <a:ext cx="49949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Ornstein-</a:t>
            </a:r>
            <a:r>
              <a:rPr lang="en-GB" sz="3000" dirty="0" err="1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Uhlenbeck</a:t>
            </a:r>
            <a:r>
              <a:rPr lang="en-GB" sz="3000" dirty="0">
                <a:solidFill>
                  <a:srgbClr val="000000"/>
                </a:solidFill>
                <a:latin typeface="Palatino" pitchFamily="2" charset="77"/>
                <a:ea typeface="Palatino" pitchFamily="2" charset="77"/>
              </a:rPr>
              <a:t> process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5C893E0E-EDF6-211F-3087-18A75F2D0D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24"/>
          <a:stretch>
            <a:fillRect/>
          </a:stretch>
        </p:blipFill>
        <p:spPr>
          <a:xfrm>
            <a:off x="6320858" y="3657579"/>
            <a:ext cx="5852092" cy="1543072"/>
          </a:xfrm>
          <a:prstGeom prst="rect">
            <a:avLst/>
          </a:prstGeom>
        </p:spPr>
      </p:pic>
      <p:pic>
        <p:nvPicPr>
          <p:cNvPr id="13" name="Bilde 12">
            <a:extLst>
              <a:ext uri="{FF2B5EF4-FFF2-40B4-BE49-F238E27FC236}">
                <a16:creationId xmlns:a16="http://schemas.microsoft.com/office/drawing/2014/main" id="{20BDD3AC-2A06-5307-F8C1-1672E2B8E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8" y="1004748"/>
            <a:ext cx="6306375" cy="2195675"/>
          </a:xfrm>
          <a:prstGeom prst="rect">
            <a:avLst/>
          </a:prstGeom>
        </p:spPr>
      </p:pic>
      <p:pic>
        <p:nvPicPr>
          <p:cNvPr id="18" name="Bilde 17">
            <a:extLst>
              <a:ext uri="{FF2B5EF4-FFF2-40B4-BE49-F238E27FC236}">
                <a16:creationId xmlns:a16="http://schemas.microsoft.com/office/drawing/2014/main" id="{ACF6D314-96B9-D0A9-E6E2-1BDDE23B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304" b="67757"/>
          <a:stretch>
            <a:fillRect/>
          </a:stretch>
        </p:blipFill>
        <p:spPr>
          <a:xfrm>
            <a:off x="5289037" y="2216024"/>
            <a:ext cx="5852092" cy="984398"/>
          </a:xfrm>
          <a:prstGeom prst="rect">
            <a:avLst/>
          </a:prstGeom>
        </p:spPr>
      </p:pic>
      <p:pic>
        <p:nvPicPr>
          <p:cNvPr id="19" name="Picture 5">
            <a:extLst>
              <a:ext uri="{FF2B5EF4-FFF2-40B4-BE49-F238E27FC236}">
                <a16:creationId xmlns:a16="http://schemas.microsoft.com/office/drawing/2014/main" id="{1E77ACD9-073A-D659-A529-FEB6CD70B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908" y="3327400"/>
            <a:ext cx="5852092" cy="3413720"/>
          </a:xfrm>
          <a:prstGeom prst="rect">
            <a:avLst/>
          </a:prstGeom>
        </p:spPr>
      </p:pic>
      <p:sp>
        <p:nvSpPr>
          <p:cNvPr id="20" name="Rektangel 19">
            <a:extLst>
              <a:ext uri="{FF2B5EF4-FFF2-40B4-BE49-F238E27FC236}">
                <a16:creationId xmlns:a16="http://schemas.microsoft.com/office/drawing/2014/main" id="{035747B0-65C8-F508-15D9-D728C5D12285}"/>
              </a:ext>
            </a:extLst>
          </p:cNvPr>
          <p:cNvSpPr/>
          <p:nvPr/>
        </p:nvSpPr>
        <p:spPr>
          <a:xfrm>
            <a:off x="6263708" y="2216024"/>
            <a:ext cx="5699692" cy="315607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7A1430FD-9BB7-B110-F47E-FC8772C34E8E}"/>
              </a:ext>
            </a:extLst>
          </p:cNvPr>
          <p:cNvSpPr txBox="1"/>
          <p:nvPr/>
        </p:nvSpPr>
        <p:spPr>
          <a:xfrm>
            <a:off x="10185896" y="447868"/>
            <a:ext cx="113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Palatino" pitchFamily="2" charset="77"/>
                <a:ea typeface="Palatino" pitchFamily="2" charset="77"/>
              </a:rPr>
              <a:t>Voje 2023</a:t>
            </a:r>
          </a:p>
        </p:txBody>
      </p:sp>
    </p:spTree>
    <p:extLst>
      <p:ext uri="{BB962C8B-B14F-4D97-AF65-F5344CB8AC3E}">
        <p14:creationId xmlns:p14="http://schemas.microsoft.com/office/powerpoint/2010/main" val="760471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184</Words>
  <Application>Microsoft Macintosh PowerPoint</Application>
  <PresentationFormat>Widescreen</PresentationFormat>
  <Paragraphs>65</Paragraphs>
  <Slides>21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Palatino</vt:lpstr>
      <vt:lpstr>Office-tema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Kjetil Lysne Voje</dc:creator>
  <cp:lastModifiedBy>Kjetil Lysne Voje</cp:lastModifiedBy>
  <cp:revision>1</cp:revision>
  <dcterms:created xsi:type="dcterms:W3CDTF">2026-08-25T08:03:41Z</dcterms:created>
  <dcterms:modified xsi:type="dcterms:W3CDTF">2026-08-25T08:07:45Z</dcterms:modified>
</cp:coreProperties>
</file>