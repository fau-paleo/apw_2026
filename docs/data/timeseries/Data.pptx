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612" r:id="rId2"/>
    <p:sldId id="1542" r:id="rId3"/>
    <p:sldId id="1597" r:id="rId4"/>
    <p:sldId id="1613" r:id="rId5"/>
    <p:sldId id="304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0617C56-AE3A-2DA8-C8F8-FCEFDBD7E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3945FFB-4D6B-43B4-65E2-5B4566D5C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3FDAD8-54BC-0137-BBC1-BBADDECA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03F9DC7-1F63-EDF3-6026-135B4B08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3444A69-0339-2556-1F4B-62FC22EF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2701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0E5CD3-1C74-58B0-B3D0-C919BA613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2F737E-0F2D-EC6E-CE74-42F670EA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13A91C3-2938-93FA-02D2-AC68D477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D7147E6-7ADE-C6F8-C536-68B8F1E7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373765F-9086-D8CB-41B1-C270E314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550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1781F1-77A3-1AAA-45C2-B5396284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405726E-AEF8-3EE6-2A8E-89AC2FAAC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B618EF5-0D91-EA51-9804-F7E0CE19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636B707-ABBC-6E2A-6E09-895C7519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D32A419-8F8F-D122-16E1-347DBE30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916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E9046C4-5649-CED0-147A-FA108C7B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D1D0C75-CCEA-4655-1007-410D642BC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62BB313-22B3-CBB4-BE24-EE07B846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455C3DD-A418-5BEC-5244-604E3708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38CA82B-AD57-EC84-208D-47213777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34D9983-4822-6F71-82C9-A3D336DB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006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7015C2F-88B1-33F9-B515-3DE67F9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D25BFDD-7E04-6B1D-610E-C14763EF4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72EE20BB-219C-EEF4-443D-2F51264EA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AD80259A-A859-FCD6-99AD-B1F8F0E0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20C00F0D-DB08-4EF3-9E05-DFAB4B8D2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5BA70497-DF7F-832B-C93E-7CE29152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09E1977-D525-A0A1-1973-2228EB174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6C01456-1EAF-E137-54E8-DF28B148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9737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37A4E7-75E4-36AA-10DE-B6529075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552323D-218A-E17C-6F8B-161CF357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B83431FA-9D97-B0F6-F324-EB1A0CAE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7924FD2-2489-F2C0-4AD6-4E5AF95D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5749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2A0B7F4F-1F10-8B22-5AB4-741479D6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27D95769-6D17-8E80-63A4-D70F4503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9B65DE4-7CCE-3EB3-72A7-FECB5085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659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6302D89-5073-F217-4E45-370CE52A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4CD5F65-8C8D-12FE-C4A4-78491E0BC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1655D9F-89AC-B94E-AFF1-CBB8A4F91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D115E60-1B0C-96C2-AA59-2CFBCDD8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0449C42-9883-6BAC-5336-341987E6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FC8933F4-0091-E02C-B8FD-B8A65D85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075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0B4948-FDC5-20F1-C267-C3067CF4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AB936A97-BAB5-7595-E7FD-B3057BAEA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01AF011-78DA-1C68-C0F7-430E1C222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FB5BA3E-156F-7226-7F83-C98D11EF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5E5A8A7-3774-F614-F43C-AF638CF0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61BC9D2-46EA-A8E1-D194-73317A37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906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C8910F-1E4D-21E2-C424-3B1A7C8F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30D4902-5AAC-57BE-8FCB-DD077BD83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8153120-01FE-6629-38B0-41BCC177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FCBD766-7DAE-4930-E537-699B3907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BB48409-19FF-2A9E-92B2-726DF305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47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BA9887A0-19D7-3211-2C6D-E9EC37070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14BF023-B114-A4B8-CB11-88FAEAFA8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6725C34-EB45-E6F5-77B9-24B63EA8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2DF83BE-22C6-7D1C-8C8F-6E202AD5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85480E9-96C0-1B34-08FA-CA5C18D3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1032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D9BF009-1023-A0DD-A088-44A8F73D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8BBAF94-3163-01F7-6CA2-C9DB03E6C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A51D24D-18BF-DBC4-BFD7-C97E10484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1CF2B-4211-FA40-A97A-C55FBDAD8FB3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6F5F522-1B0C-B9AB-BC14-2B3F47D86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6CF92AC-D785-E92E-A1A0-C4EA2DD6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A2B-EC93-0043-8BDF-0FEAC843189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853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04F5-56AC-4530-B4FA-123829E5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0528D9DF-7515-650E-F82E-247180ACE858}"/>
              </a:ext>
            </a:extLst>
          </p:cNvPr>
          <p:cNvSpPr txBox="1">
            <a:spLocks/>
          </p:cNvSpPr>
          <p:nvPr/>
        </p:nvSpPr>
        <p:spPr>
          <a:xfrm>
            <a:off x="411126" y="1041400"/>
            <a:ext cx="115631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sz="8000" dirty="0">
                <a:latin typeface="Palatino" pitchFamily="2" charset="77"/>
                <a:ea typeface="Palatino" pitchFamily="2" charset="77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97626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e 1">
            <a:extLst>
              <a:ext uri="{FF2B5EF4-FFF2-40B4-BE49-F238E27FC236}">
                <a16:creationId xmlns:a16="http://schemas.microsoft.com/office/drawing/2014/main" id="{0F675266-04BD-9572-7285-01E48810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470647"/>
            <a:ext cx="11917383" cy="554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4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DBC3999C-D784-C9D0-201D-E42FBC7B8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87" y="1176481"/>
            <a:ext cx="10970510" cy="450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3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C15421CC-499A-4740-5E0A-9DAF8B06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89050"/>
            <a:ext cx="60960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6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BF038D28-B90B-369D-BAD5-7C7002F24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19" y="1132418"/>
            <a:ext cx="6370362" cy="3625849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ACC08B73-7E4B-E999-FEAC-9441F2211A16}"/>
              </a:ext>
            </a:extLst>
          </p:cNvPr>
          <p:cNvSpPr txBox="1"/>
          <p:nvPr/>
        </p:nvSpPr>
        <p:spPr>
          <a:xfrm>
            <a:off x="2910819" y="5211517"/>
            <a:ext cx="637036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3000" dirty="0" err="1">
                <a:latin typeface="Palatino" pitchFamily="2" charset="77"/>
                <a:ea typeface="Palatino" pitchFamily="2" charset="77"/>
              </a:rPr>
              <a:t>https</a:t>
            </a:r>
            <a:r>
              <a:rPr lang="nb-NO" sz="3000" dirty="0">
                <a:latin typeface="Palatino" pitchFamily="2" charset="77"/>
                <a:ea typeface="Palatino" pitchFamily="2" charset="77"/>
              </a:rPr>
              <a:t>://</a:t>
            </a:r>
            <a:r>
              <a:rPr lang="nb-NO" sz="3000" dirty="0" err="1">
                <a:latin typeface="Palatino" pitchFamily="2" charset="77"/>
                <a:ea typeface="Palatino" pitchFamily="2" charset="77"/>
              </a:rPr>
              <a:t>pets.nhm.uio.no</a:t>
            </a:r>
            <a:r>
              <a:rPr lang="nb-NO" sz="3000" dirty="0">
                <a:latin typeface="Palatino" pitchFamily="2" charset="77"/>
                <a:ea typeface="Palatino" pitchFamily="2" charset="77"/>
              </a:rPr>
              <a:t>/PETS/</a:t>
            </a:r>
          </a:p>
        </p:txBody>
      </p:sp>
    </p:spTree>
    <p:extLst>
      <p:ext uri="{BB962C8B-B14F-4D97-AF65-F5344CB8AC3E}">
        <p14:creationId xmlns:p14="http://schemas.microsoft.com/office/powerpoint/2010/main" val="31196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Macintosh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Palatino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Kjetil Lysne Voje</dc:creator>
  <cp:lastModifiedBy>Kjetil Lysne Voje</cp:lastModifiedBy>
  <cp:revision>1</cp:revision>
  <dcterms:created xsi:type="dcterms:W3CDTF">2026-08-25T08:25:52Z</dcterms:created>
  <dcterms:modified xsi:type="dcterms:W3CDTF">2026-08-25T08:30:09Z</dcterms:modified>
</cp:coreProperties>
</file>