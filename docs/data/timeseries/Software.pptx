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611" r:id="rId2"/>
    <p:sldId id="1360" r:id="rId3"/>
    <p:sldId id="1371" r:id="rId4"/>
    <p:sldId id="1373" r:id="rId5"/>
    <p:sldId id="1374" r:id="rId6"/>
    <p:sldId id="1337" r:id="rId7"/>
    <p:sldId id="1410" r:id="rId8"/>
    <p:sldId id="1345" r:id="rId9"/>
    <p:sldId id="1368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027248-40C9-0A3F-7931-82628225C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68C95BB-49F5-9C5D-D15A-305A40CE5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A24064E-36EA-419D-268C-FEBBF0C3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25B135E-DFE3-3418-6817-A552345E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5F729C6-4BA0-FF4D-17D9-17F99966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882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8D4707-49A5-7B00-13DF-5E222DAB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BBB8614-FA1D-0AF2-D10C-534372BDF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AC916F0-9C46-EEE7-7F2C-F63AACBE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95EB02D-FDB2-C9AD-E8C5-3136D05A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E53DE8B-9E40-2920-F1E7-D75DAA0A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5917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96FEA43-5AF5-F0FD-46A8-EB3CB5C0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B90D179-2239-FD46-8747-CC6ACBD73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CBE01AF-C618-1A00-F075-A4A7A384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A48A9CD-5F0E-2773-FB18-E70AA397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E760DBD-C5C2-67DF-A5A0-435BDBA4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876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09F6AAF-6368-C70C-89D5-1D51E1B4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6282700-3F21-83BD-EBF7-09E3134D5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20989A3-41CD-D6B5-DD11-436D10514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2BDE167A-618A-87B1-22FC-4CEB2606B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E514BFA-C668-267C-489A-0537D17F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D8BB052-A5D0-8AC6-7519-F4997458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294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F200559-DA04-6018-DDF5-C3C4B9D36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DD33115-C1D7-7B3D-F852-3BBEC79F1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271D301-CD34-59AA-D6C8-E198052A4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F4F6EA2-A92B-3FE1-A254-A05498DB9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5E4A3FE-041E-C830-446B-9D2A87FF1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E47B9B69-F7E9-BC3E-3CE6-04273813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E2A167B-6116-C09F-7EAF-B5A4B276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4F567FD-115D-CDD4-A1BC-5C0B33BA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959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4351361-A158-8B9A-2B6C-9EBB2360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5E04A31A-73D0-E342-292C-164D31AC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A1021DF-3FDF-69CF-3B1F-F92F66E7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455B76D-440F-485B-04EF-17B9AB5A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21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F0CDA21E-AADF-2F68-8E9C-EE069390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488BDCED-7AE4-F7DE-56CC-A23F18A0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5F721AA-9708-8DAB-A2EF-829FA8A8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761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CD1E51D-195C-4BB1-0CF3-9F666F0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3FFAA84-50F3-5D51-5F32-73B068E0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605FC7B-9CB5-50FC-CE97-72F2D6672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B7B09C3-6A16-6FDF-C078-201F1ACE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87F529A-9F3A-6D8A-B4B3-0B47EE0D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E1677CF-FEB4-CBC8-4B97-ABD4B51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138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AA504F-54F3-D938-93C9-63DF7B39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E8D353B8-8399-E603-6F0B-01EBB715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75C9654-9AB9-7BFC-8A23-57C8818BC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E64EF22-77AA-7AFF-B97D-BDC8243C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EEEBB98-B63A-2B8A-C778-D6741880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23A549E-D5CA-E0FE-E9E9-EBACFCE0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1121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CA2CA86-DEA5-10F9-D5FF-97D73539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849FAE9B-E3E9-ECE2-4523-D1F4DF657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8FC243D-B996-8FF0-F86D-021AE73E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F58B23C-45F2-3417-FAAA-676605C8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EA0EB96-61AD-31EB-45F9-80380E2E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628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2760493C-DE28-2462-C3D6-1C4A72B7E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B0118A7-9157-8590-2808-57B7363F2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3595FD5-CC4A-B428-1A3C-FEDB6D85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1C7DEFA-0D52-7A2E-2C16-AB3070AD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899BBC6-6F4D-12AD-B0F6-6FF47D67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795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41AE0FD0-AE0F-0715-3914-72E38FE5C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45CFD66-07F0-6D8B-0DD5-BDF774587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9E0AFFC-F415-FCF3-ED54-60BCD35AF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2281B-FEF6-1947-9BE5-47A9BF2250E2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EB5DA52-FBA2-A4C7-5520-6DA91AA5B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B5C2190-8B14-F8A9-59F9-D617DBDE0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93DF9-661B-6F45-A311-35F0C77DAA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618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DD42AFAE-EF84-503C-83CB-D961DB1A7802}"/>
              </a:ext>
            </a:extLst>
          </p:cNvPr>
          <p:cNvSpPr txBox="1">
            <a:spLocks/>
          </p:cNvSpPr>
          <p:nvPr/>
        </p:nvSpPr>
        <p:spPr>
          <a:xfrm>
            <a:off x="411126" y="1041400"/>
            <a:ext cx="115631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sz="8000" dirty="0">
                <a:latin typeface="Palatino" pitchFamily="2" charset="77"/>
                <a:ea typeface="Palatino" pitchFamily="2" charset="77"/>
              </a:rPr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66697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94CB07-0EC0-9004-5204-C3DCC41C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9587" y="-689942"/>
            <a:ext cx="9433506" cy="133496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6C28E6-1A19-F3D0-198F-2B6C9B8CF4A6}"/>
              </a:ext>
            </a:extLst>
          </p:cNvPr>
          <p:cNvSpPr txBox="1"/>
          <p:nvPr/>
        </p:nvSpPr>
        <p:spPr>
          <a:xfrm>
            <a:off x="6915983" y="2731648"/>
            <a:ext cx="49483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Analyze Paleontological Time-Series</a:t>
            </a:r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A84A5-906A-413A-60E7-82922DC07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142" y="1177669"/>
            <a:ext cx="1223889" cy="1223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2B08C-9151-205A-6FC6-FE47E35939D2}"/>
              </a:ext>
            </a:extLst>
          </p:cNvPr>
          <p:cNvSpPr txBox="1"/>
          <p:nvPr/>
        </p:nvSpPr>
        <p:spPr>
          <a:xfrm>
            <a:off x="9135711" y="1435670"/>
            <a:ext cx="20692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paleoTS</a:t>
            </a:r>
            <a:endParaRPr lang="en-US" sz="40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346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4AF36-4F24-7452-CAD8-2EE023789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03" r="73523" b="45414"/>
          <a:stretch/>
        </p:blipFill>
        <p:spPr>
          <a:xfrm>
            <a:off x="31532" y="0"/>
            <a:ext cx="2837793" cy="2979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A6D9E-7C30-F810-5618-AE333B048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9" t="32989" r="10774" b="45528"/>
          <a:stretch/>
        </p:blipFill>
        <p:spPr>
          <a:xfrm>
            <a:off x="3184634" y="0"/>
            <a:ext cx="2837793" cy="297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08DF93-3349-F871-B3F9-A8501B60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55575" r="71365" b="22942"/>
          <a:stretch/>
        </p:blipFill>
        <p:spPr>
          <a:xfrm>
            <a:off x="6195850" y="0"/>
            <a:ext cx="2837793" cy="2979683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CE172029-C94F-05A3-BAAA-CB39147ABCC6}"/>
              </a:ext>
            </a:extLst>
          </p:cNvPr>
          <p:cNvSpPr txBox="1"/>
          <p:nvPr/>
        </p:nvSpPr>
        <p:spPr>
          <a:xfrm>
            <a:off x="8684308" y="6267337"/>
            <a:ext cx="32415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alatino" pitchFamily="2" charset="77"/>
                <a:ea typeface="Palatino" pitchFamily="2" charset="77"/>
              </a:rPr>
              <a:t>Hunt 2006, Paleobiology</a:t>
            </a:r>
          </a:p>
        </p:txBody>
      </p:sp>
    </p:spTree>
    <p:extLst>
      <p:ext uri="{BB962C8B-B14F-4D97-AF65-F5344CB8AC3E}">
        <p14:creationId xmlns:p14="http://schemas.microsoft.com/office/powerpoint/2010/main" val="263416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4AF36-4F24-7452-CAD8-2EE023789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03" r="73523" b="45414"/>
          <a:stretch/>
        </p:blipFill>
        <p:spPr>
          <a:xfrm>
            <a:off x="31532" y="0"/>
            <a:ext cx="2837793" cy="2979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A6D9E-7C30-F810-5618-AE333B048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9" t="32989" r="10774" b="45528"/>
          <a:stretch/>
        </p:blipFill>
        <p:spPr>
          <a:xfrm>
            <a:off x="3184634" y="0"/>
            <a:ext cx="2837793" cy="297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08DF93-3349-F871-B3F9-A8501B60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55575" r="71365" b="22942"/>
          <a:stretch/>
        </p:blipFill>
        <p:spPr>
          <a:xfrm>
            <a:off x="6195850" y="0"/>
            <a:ext cx="2837793" cy="2979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910FA-84BF-2F0C-0310-09E5402E8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9" t="77959" r="73731" b="558"/>
          <a:stretch/>
        </p:blipFill>
        <p:spPr>
          <a:xfrm>
            <a:off x="9033643" y="0"/>
            <a:ext cx="2606565" cy="29796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558A89-40EB-E321-947F-B7A8929D1D13}"/>
              </a:ext>
            </a:extLst>
          </p:cNvPr>
          <p:cNvSpPr txBox="1"/>
          <p:nvPr/>
        </p:nvSpPr>
        <p:spPr>
          <a:xfrm>
            <a:off x="8684308" y="6267337"/>
            <a:ext cx="35076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alatino" pitchFamily="2" charset="77"/>
                <a:ea typeface="Palatino" pitchFamily="2" charset="77"/>
              </a:rPr>
              <a:t>Hunt et al. 2008, Evolution</a:t>
            </a:r>
          </a:p>
        </p:txBody>
      </p:sp>
    </p:spTree>
    <p:extLst>
      <p:ext uri="{BB962C8B-B14F-4D97-AF65-F5344CB8AC3E}">
        <p14:creationId xmlns:p14="http://schemas.microsoft.com/office/powerpoint/2010/main" val="110148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4AF36-4F24-7452-CAD8-2EE023789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03" r="73523" b="45414"/>
          <a:stretch/>
        </p:blipFill>
        <p:spPr>
          <a:xfrm>
            <a:off x="31532" y="0"/>
            <a:ext cx="2837793" cy="2979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A6D9E-7C30-F810-5618-AE333B048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9" t="32989" r="10774" b="45528"/>
          <a:stretch/>
        </p:blipFill>
        <p:spPr>
          <a:xfrm>
            <a:off x="3184634" y="0"/>
            <a:ext cx="2837793" cy="297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08DF93-3349-F871-B3F9-A8501B60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55575" r="71365" b="22942"/>
          <a:stretch/>
        </p:blipFill>
        <p:spPr>
          <a:xfrm>
            <a:off x="6195850" y="0"/>
            <a:ext cx="2837793" cy="2979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910FA-84BF-2F0C-0310-09E5402E8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9" t="77959" r="73731" b="558"/>
          <a:stretch/>
        </p:blipFill>
        <p:spPr>
          <a:xfrm>
            <a:off x="9033643" y="0"/>
            <a:ext cx="2606565" cy="29796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A9C835-AFF0-FE28-934A-8E8762928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7" y="3149434"/>
            <a:ext cx="8297727" cy="29796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5774AB-4F4D-20E5-3580-5EA6E325A138}"/>
              </a:ext>
            </a:extLst>
          </p:cNvPr>
          <p:cNvSpPr txBox="1"/>
          <p:nvPr/>
        </p:nvSpPr>
        <p:spPr>
          <a:xfrm>
            <a:off x="8684308" y="6267337"/>
            <a:ext cx="35076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alatino" pitchFamily="2" charset="77"/>
                <a:ea typeface="Palatino" pitchFamily="2" charset="77"/>
              </a:rPr>
              <a:t>Hunt et al. 2008, Evolution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54FA49-4B41-EB61-651E-A4A592DA5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017" y="3429000"/>
            <a:ext cx="3612266" cy="154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C95E94-2271-716F-6E9B-56DA7AB1639D}"/>
              </a:ext>
            </a:extLst>
          </p:cNvPr>
          <p:cNvSpPr txBox="1"/>
          <p:nvPr/>
        </p:nvSpPr>
        <p:spPr>
          <a:xfrm>
            <a:off x="10026868" y="4999487"/>
            <a:ext cx="2333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Photo:Tanner</a:t>
            </a:r>
            <a:r>
              <a:rPr lang="en-US" dirty="0"/>
              <a:t> Frank</a:t>
            </a:r>
          </a:p>
        </p:txBody>
      </p:sp>
    </p:spTree>
    <p:extLst>
      <p:ext uri="{BB962C8B-B14F-4D97-AF65-F5344CB8AC3E}">
        <p14:creationId xmlns:p14="http://schemas.microsoft.com/office/powerpoint/2010/main" val="1858065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1B10BDD3-EA33-AF01-9169-A33606EA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866"/>
            <a:ext cx="7772400" cy="5902267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A680E309-D963-E3FC-9161-66080616EA78}"/>
              </a:ext>
            </a:extLst>
          </p:cNvPr>
          <p:cNvSpPr txBox="1"/>
          <p:nvPr/>
        </p:nvSpPr>
        <p:spPr>
          <a:xfrm>
            <a:off x="6915983" y="2731648"/>
            <a:ext cx="52760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Analyses of Evolutionary Time-Series</a:t>
            </a:r>
            <a:endParaRPr lang="en-US" sz="2500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64A84B4-72B9-FC3F-E2B9-C8B4C1C24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142" y="1177669"/>
            <a:ext cx="1223889" cy="1223889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A81C08B7-E500-A6C8-484E-1DBADEE1F8E7}"/>
              </a:ext>
            </a:extLst>
          </p:cNvPr>
          <p:cNvSpPr txBox="1"/>
          <p:nvPr/>
        </p:nvSpPr>
        <p:spPr>
          <a:xfrm>
            <a:off x="9135711" y="1435670"/>
            <a:ext cx="20692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evoTS</a:t>
            </a:r>
            <a:endParaRPr lang="en-US" sz="4000" i="1" dirty="0">
              <a:solidFill>
                <a:schemeClr val="tx1">
                  <a:lumMod val="85000"/>
                  <a:lumOff val="15000"/>
                </a:schemeClr>
              </a:solidFill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8095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Lego clip art free clipart images 4 clipartix - Cliparting.com">
            <a:extLst>
              <a:ext uri="{FF2B5EF4-FFF2-40B4-BE49-F238E27FC236}">
                <a16:creationId xmlns:a16="http://schemas.microsoft.com/office/drawing/2014/main" id="{19EE9638-2E50-0C0B-4330-184DCCD86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999" y="1981200"/>
            <a:ext cx="3274093" cy="269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6AEDDD-7A63-883B-3665-50DF5878DD44}"/>
              </a:ext>
            </a:extLst>
          </p:cNvPr>
          <p:cNvSpPr txBox="1"/>
          <p:nvPr/>
        </p:nvSpPr>
        <p:spPr>
          <a:xfrm>
            <a:off x="1041557" y="2798426"/>
            <a:ext cx="7572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paleoTS</a:t>
            </a:r>
            <a:r>
              <a:rPr lang="en-US" sz="6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 +  </a:t>
            </a:r>
            <a:r>
              <a:rPr lang="en-US" sz="6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evoTS</a:t>
            </a:r>
            <a:r>
              <a:rPr lang="en-US" sz="6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Palatino" pitchFamily="2" charset="77"/>
                <a:ea typeface="Palatino" pitchFamily="2" charset="77"/>
              </a:rPr>
              <a:t>  = </a:t>
            </a:r>
          </a:p>
        </p:txBody>
      </p:sp>
    </p:spTree>
    <p:extLst>
      <p:ext uri="{BB962C8B-B14F-4D97-AF65-F5344CB8AC3E}">
        <p14:creationId xmlns:p14="http://schemas.microsoft.com/office/powerpoint/2010/main" val="207272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4AF36-4F24-7452-CAD8-2EE023789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03" r="73523" b="45414"/>
          <a:stretch/>
        </p:blipFill>
        <p:spPr>
          <a:xfrm>
            <a:off x="31532" y="0"/>
            <a:ext cx="2837793" cy="2979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A6D9E-7C30-F810-5618-AE333B048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9" t="32989" r="10774" b="45528"/>
          <a:stretch/>
        </p:blipFill>
        <p:spPr>
          <a:xfrm>
            <a:off x="3184634" y="0"/>
            <a:ext cx="2837793" cy="297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08DF93-3349-F871-B3F9-A8501B60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55575" r="71365" b="22942"/>
          <a:stretch/>
        </p:blipFill>
        <p:spPr>
          <a:xfrm>
            <a:off x="6195850" y="0"/>
            <a:ext cx="2837793" cy="2979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910FA-84BF-2F0C-0310-09E5402E8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9" t="77959" r="73731" b="558"/>
          <a:stretch/>
        </p:blipFill>
        <p:spPr>
          <a:xfrm>
            <a:off x="9033643" y="0"/>
            <a:ext cx="2606565" cy="29796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EA4A78-A702-A350-9CC2-AAA82C21E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37" t="55495" r="41481" b="23022"/>
          <a:stretch/>
        </p:blipFill>
        <p:spPr>
          <a:xfrm>
            <a:off x="-15766" y="3492064"/>
            <a:ext cx="3084786" cy="2979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95369-E570-BBD7-CA0A-054359847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8" t="55058" r="11975" b="23458"/>
          <a:stretch/>
        </p:blipFill>
        <p:spPr>
          <a:xfrm>
            <a:off x="3158359" y="3429000"/>
            <a:ext cx="2837793" cy="297968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858DFA-BBF1-1B72-32B6-DDE713D41081}"/>
              </a:ext>
            </a:extLst>
          </p:cNvPr>
          <p:cNvSpPr/>
          <p:nvPr/>
        </p:nvSpPr>
        <p:spPr>
          <a:xfrm>
            <a:off x="6195850" y="0"/>
            <a:ext cx="2837793" cy="2979683"/>
          </a:xfrm>
          <a:prstGeom prst="rect">
            <a:avLst/>
          </a:prstGeom>
          <a:solidFill>
            <a:schemeClr val="accent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40428-4EE4-6143-BA0B-3BB0840FF0E8}"/>
              </a:ext>
            </a:extLst>
          </p:cNvPr>
          <p:cNvSpPr/>
          <p:nvPr/>
        </p:nvSpPr>
        <p:spPr>
          <a:xfrm>
            <a:off x="42043" y="3573514"/>
            <a:ext cx="3016467" cy="2979683"/>
          </a:xfrm>
          <a:prstGeom prst="rect">
            <a:avLst/>
          </a:prstGeom>
          <a:solidFill>
            <a:schemeClr val="accent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8FB14C-6DE3-11D3-CA5C-611E5F9E337C}"/>
              </a:ext>
            </a:extLst>
          </p:cNvPr>
          <p:cNvSpPr/>
          <p:nvPr/>
        </p:nvSpPr>
        <p:spPr>
          <a:xfrm>
            <a:off x="3116319" y="3573514"/>
            <a:ext cx="3016467" cy="2979683"/>
          </a:xfrm>
          <a:prstGeom prst="rect">
            <a:avLst/>
          </a:prstGeom>
          <a:solidFill>
            <a:schemeClr val="accent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7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4AF36-4F24-7452-CAD8-2EE0237898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03" r="73523" b="45414"/>
          <a:stretch/>
        </p:blipFill>
        <p:spPr>
          <a:xfrm>
            <a:off x="31532" y="0"/>
            <a:ext cx="2837793" cy="2979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A6D9E-7C30-F810-5618-AE333B0485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9" t="32989" r="10774" b="45528"/>
          <a:stretch/>
        </p:blipFill>
        <p:spPr>
          <a:xfrm>
            <a:off x="3184634" y="0"/>
            <a:ext cx="2837793" cy="2979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08DF93-3349-F871-B3F9-A8501B60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55575" r="71365" b="22942"/>
          <a:stretch/>
        </p:blipFill>
        <p:spPr>
          <a:xfrm>
            <a:off x="6195850" y="0"/>
            <a:ext cx="2837793" cy="2979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1910FA-84BF-2F0C-0310-09E5402E8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9" t="77959" r="73731" b="558"/>
          <a:stretch/>
        </p:blipFill>
        <p:spPr>
          <a:xfrm>
            <a:off x="9033643" y="0"/>
            <a:ext cx="2606565" cy="29796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EA4A78-A702-A350-9CC2-AAA82C21E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37" t="55495" r="41481" b="23022"/>
          <a:stretch/>
        </p:blipFill>
        <p:spPr>
          <a:xfrm>
            <a:off x="-15766" y="3492064"/>
            <a:ext cx="3084786" cy="29796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95369-E570-BBD7-CA0A-054359847D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48" t="55058" r="11975" b="23458"/>
          <a:stretch/>
        </p:blipFill>
        <p:spPr>
          <a:xfrm>
            <a:off x="3158359" y="3429000"/>
            <a:ext cx="2837793" cy="29796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E5B8FA-F762-8DD1-0E1F-6F8530BDB8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56" t="77608" r="43467" b="909"/>
          <a:stretch/>
        </p:blipFill>
        <p:spPr>
          <a:xfrm>
            <a:off x="6195850" y="3444766"/>
            <a:ext cx="2569779" cy="29796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D55574-535A-89C2-FF0D-B02ED40A2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14" t="77570" r="13067" b="947"/>
          <a:stretch/>
        </p:blipFill>
        <p:spPr>
          <a:xfrm>
            <a:off x="9112468" y="3428999"/>
            <a:ext cx="2606565" cy="297968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858DFA-BBF1-1B72-32B6-DDE713D41081}"/>
              </a:ext>
            </a:extLst>
          </p:cNvPr>
          <p:cNvSpPr/>
          <p:nvPr/>
        </p:nvSpPr>
        <p:spPr>
          <a:xfrm>
            <a:off x="9112468" y="0"/>
            <a:ext cx="2837793" cy="297968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40428-4EE4-6143-BA0B-3BB0840FF0E8}"/>
              </a:ext>
            </a:extLst>
          </p:cNvPr>
          <p:cNvSpPr/>
          <p:nvPr/>
        </p:nvSpPr>
        <p:spPr>
          <a:xfrm>
            <a:off x="6185336" y="3492064"/>
            <a:ext cx="2722181" cy="297968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8FB14C-6DE3-11D3-CA5C-611E5F9E337C}"/>
              </a:ext>
            </a:extLst>
          </p:cNvPr>
          <p:cNvSpPr/>
          <p:nvPr/>
        </p:nvSpPr>
        <p:spPr>
          <a:xfrm>
            <a:off x="9159768" y="3492064"/>
            <a:ext cx="2790494" cy="297968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8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</Words>
  <Application>Microsoft Macintosh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Palatino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Kjetil Lysne Voje</dc:creator>
  <cp:lastModifiedBy>Kjetil Lysne Voje</cp:lastModifiedBy>
  <cp:revision>1</cp:revision>
  <dcterms:created xsi:type="dcterms:W3CDTF">2026-08-25T08:09:47Z</dcterms:created>
  <dcterms:modified xsi:type="dcterms:W3CDTF">2026-08-25T08:10:56Z</dcterms:modified>
</cp:coreProperties>
</file>